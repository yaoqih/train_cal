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6" r:id="rId2"/>
    <p:sldId id="257" r:id="rId3"/>
  </p:sldIdLst>
  <p:sldSz cx="215995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96" autoAdjust="0"/>
    <p:restoredTop sz="94660"/>
  </p:normalViewPr>
  <p:slideViewPr>
    <p:cSldViewPr snapToGrid="0">
      <p:cViewPr>
        <p:scale>
          <a:sx n="132" d="100"/>
          <a:sy n="132" d="100"/>
        </p:scale>
        <p:origin x="-1664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22363"/>
            <a:ext cx="16199644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602038"/>
            <a:ext cx="16199644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38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7976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09738"/>
            <a:ext cx="1862959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589464"/>
            <a:ext cx="1862959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348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8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65126"/>
            <a:ext cx="1862959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681163"/>
            <a:ext cx="9137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505075"/>
            <a:ext cx="9137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681163"/>
            <a:ext cx="9182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505075"/>
            <a:ext cx="9182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106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074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7153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987426"/>
            <a:ext cx="1093476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107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987426"/>
            <a:ext cx="1093476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0209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0731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65125"/>
            <a:ext cx="4657398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65125"/>
            <a:ext cx="1370219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306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65126"/>
            <a:ext cx="186295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825625"/>
            <a:ext cx="186295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60DB7-6E48-4466-B7A9-24611520A472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356351"/>
            <a:ext cx="7289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764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/>
          <p:cNvGrpSpPr/>
          <p:nvPr/>
        </p:nvGrpSpPr>
        <p:grpSpPr>
          <a:xfrm>
            <a:off x="927472" y="-205105"/>
            <a:ext cx="18896965" cy="7268210"/>
            <a:chOff x="-10106" y="-239"/>
            <a:chExt cx="29759" cy="11446"/>
          </a:xfrm>
        </p:grpSpPr>
        <p:grpSp>
          <p:nvGrpSpPr>
            <p:cNvPr id="101" name="组合 100"/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/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/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/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/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/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/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/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/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/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/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/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/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/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/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/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/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/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/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/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/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/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/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/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/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/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/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/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/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/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/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/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/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/>
            <p:cNvSpPr/>
            <p:nvPr/>
          </p:nvSpPr>
          <p:spPr>
            <a:xfrm>
              <a:off x="8151" y="5281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/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/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/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/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/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/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/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/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/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/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/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/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/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/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/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/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/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/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/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/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/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/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/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/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/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/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/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/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/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/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/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/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/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/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/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/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/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/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/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/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/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/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/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/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/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/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/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/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/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/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/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/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/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/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/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/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/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/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/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/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/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/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/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/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/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/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/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/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/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/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/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/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/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/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/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/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/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/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/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/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/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/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/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/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/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/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/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/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/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/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/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/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/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/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/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/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/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/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/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/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/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/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/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/>
            <p:cNvSpPr/>
            <p:nvPr/>
          </p:nvSpPr>
          <p:spPr>
            <a:xfrm rot="18780000">
              <a:off x="18140" y="280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/>
            <p:cNvSpPr/>
            <p:nvPr/>
          </p:nvSpPr>
          <p:spPr>
            <a:xfrm>
              <a:off x="17765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/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/>
            <p:cNvSpPr/>
            <p:nvPr/>
          </p:nvSpPr>
          <p:spPr>
            <a:xfrm rot="18840000">
              <a:off x="16995" y="4042"/>
              <a:ext cx="910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机北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/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/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10" name="标签"/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/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/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/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/>
            <p:cNvSpPr/>
            <p:nvPr/>
          </p:nvSpPr>
          <p:spPr>
            <a:xfrm rot="19800000">
              <a:off x="4136" y="6328"/>
              <a:ext cx="1086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洗油北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" name="标签"/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机南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" name="标签"/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/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/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/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/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/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/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/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/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/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6" name="标签"/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/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8" name="标签"/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9" name="标签"/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30" name="标签"/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/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/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/>
            <p:cNvSpPr/>
            <p:nvPr/>
          </p:nvSpPr>
          <p:spPr>
            <a:xfrm>
              <a:off x="11957" y="8169"/>
              <a:ext cx="3689" cy="246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/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/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/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/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/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/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/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/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/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/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/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/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/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/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/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/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/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/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/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/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/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/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/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/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/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/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/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/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/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/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/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/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/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/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/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/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/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004733BC-D370-0EB8-BCD7-1413EA8B66C9}"/>
              </a:ext>
            </a:extLst>
          </p:cNvPr>
          <p:cNvSpPr/>
          <p:nvPr/>
        </p:nvSpPr>
        <p:spPr>
          <a:xfrm>
            <a:off x="19433078" y="109410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">
            <a:extLst>
              <a:ext uri="{FF2B5EF4-FFF2-40B4-BE49-F238E27FC236}">
                <a16:creationId xmlns:a16="http://schemas.microsoft.com/office/drawing/2014/main" id="{E15227E8-7FD4-0C52-9139-38AC4FF268CB}"/>
              </a:ext>
            </a:extLst>
          </p:cNvPr>
          <p:cNvSpPr/>
          <p:nvPr/>
        </p:nvSpPr>
        <p:spPr>
          <a:xfrm>
            <a:off x="19132088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93FC8D0F-26BE-9641-1A2F-6797C6022CB5}"/>
              </a:ext>
            </a:extLst>
          </p:cNvPr>
          <p:cNvSpPr/>
          <p:nvPr/>
        </p:nvSpPr>
        <p:spPr>
          <a:xfrm>
            <a:off x="25317266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C31C7E5F-DB3C-D778-51B3-05E7FD2D16FC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7E2A3D55-8506-744D-3ADF-A583CCAA31EE}"/>
              </a:ext>
            </a:extLst>
          </p:cNvPr>
          <p:cNvSpPr/>
          <p:nvPr/>
        </p:nvSpPr>
        <p:spPr>
          <a:xfrm>
            <a:off x="13361967" y="3987190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D69E247B-5662-1BAB-CA17-296F30286214}"/>
              </a:ext>
            </a:extLst>
          </p:cNvPr>
          <p:cNvSpPr/>
          <p:nvPr/>
        </p:nvSpPr>
        <p:spPr>
          <a:xfrm>
            <a:off x="20292661" y="27153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346F0941-3E01-DBED-B9B2-7797B11313E5}"/>
              </a:ext>
            </a:extLst>
          </p:cNvPr>
          <p:cNvSpPr/>
          <p:nvPr/>
        </p:nvSpPr>
        <p:spPr>
          <a:xfrm rot="5400000">
            <a:off x="20990420" y="818858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BA1DE774-E738-C973-BCCA-80B80E7975C6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594EF41F-DF68-9848-BDAC-51ED68FD9D70}"/>
              </a:ext>
            </a:extLst>
          </p:cNvPr>
          <p:cNvSpPr/>
          <p:nvPr/>
        </p:nvSpPr>
        <p:spPr>
          <a:xfrm>
            <a:off x="13361967" y="3387061"/>
            <a:ext cx="586862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zh-CN" altLang="en-US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F7CF1809-9C86-2A6F-16F3-D865EF3A29E4}"/>
              </a:ext>
            </a:extLst>
          </p:cNvPr>
          <p:cNvSpPr/>
          <p:nvPr/>
        </p:nvSpPr>
        <p:spPr>
          <a:xfrm rot="20700759">
            <a:off x="6507843" y="518699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355EBBD9-B8B8-83AF-8DA0-E61B6BB18272}"/>
              </a:ext>
            </a:extLst>
          </p:cNvPr>
          <p:cNvSpPr/>
          <p:nvPr/>
        </p:nvSpPr>
        <p:spPr>
          <a:xfrm rot="18016365">
            <a:off x="7329245" y="3330260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3450358C-53C0-D94D-CA9B-2128FF3DF2CF}"/>
              </a:ext>
            </a:extLst>
          </p:cNvPr>
          <p:cNvSpPr/>
          <p:nvPr/>
        </p:nvSpPr>
        <p:spPr>
          <a:xfrm rot="19757130">
            <a:off x="6922945" y="5680879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2" name="标签">
            <a:extLst>
              <a:ext uri="{FF2B5EF4-FFF2-40B4-BE49-F238E27FC236}">
                <a16:creationId xmlns:a16="http://schemas.microsoft.com/office/drawing/2014/main" id="{DE02048C-A7A7-D2DA-8FC0-F6A72BABAAF6}"/>
              </a:ext>
            </a:extLst>
          </p:cNvPr>
          <p:cNvSpPr/>
          <p:nvPr/>
        </p:nvSpPr>
        <p:spPr>
          <a:xfrm rot="19660162">
            <a:off x="9418306" y="4829063"/>
            <a:ext cx="701213" cy="31949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油漆线非可用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3" name="标签">
            <a:extLst>
              <a:ext uri="{FF2B5EF4-FFF2-40B4-BE49-F238E27FC236}">
                <a16:creationId xmlns:a16="http://schemas.microsoft.com/office/drawing/2014/main" id="{D5060585-B909-57FE-38FA-B40BD9F0D985}"/>
              </a:ext>
            </a:extLst>
          </p:cNvPr>
          <p:cNvSpPr/>
          <p:nvPr/>
        </p:nvSpPr>
        <p:spPr>
          <a:xfrm>
            <a:off x="14997320" y="6236217"/>
            <a:ext cx="305299" cy="225171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DFCD76CE-0321-12FE-A365-3FBD123FA402}"/>
              </a:ext>
            </a:extLst>
          </p:cNvPr>
          <p:cNvSpPr txBox="1"/>
          <p:nvPr/>
        </p:nvSpPr>
        <p:spPr>
          <a:xfrm>
            <a:off x="15371762" y="6148224"/>
            <a:ext cx="2025444" cy="6263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400" dirty="0"/>
              <a:t>：功能同辆渡</a:t>
            </a:r>
            <a:r>
              <a:rPr lang="en-US" altLang="zh-CN" sz="1400" dirty="0"/>
              <a:t>,</a:t>
            </a:r>
            <a:r>
              <a:rPr lang="zh-CN" altLang="en-US" sz="1400" dirty="0"/>
              <a:t>但不计入经过线路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54A35C6-71FF-C818-5CD6-13FD92A0DF7A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73EC8FD-2D00-6989-25AF-05B7D9E6D49C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43A0BEC-1E9E-F373-83BC-AF95D90D9AE1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11BA192D-BB4A-083C-587B-8620E9EF4282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9" name="标签">
            <a:extLst>
              <a:ext uri="{FF2B5EF4-FFF2-40B4-BE49-F238E27FC236}">
                <a16:creationId xmlns:a16="http://schemas.microsoft.com/office/drawing/2014/main" id="{2383BBFE-6CB5-FFDC-54EE-B7F83F464A03}"/>
              </a:ext>
            </a:extLst>
          </p:cNvPr>
          <p:cNvSpPr/>
          <p:nvPr/>
        </p:nvSpPr>
        <p:spPr>
          <a:xfrm>
            <a:off x="-1507896" y="4508912"/>
            <a:ext cx="763377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1" name="标签">
            <a:extLst>
              <a:ext uri="{FF2B5EF4-FFF2-40B4-BE49-F238E27FC236}">
                <a16:creationId xmlns:a16="http://schemas.microsoft.com/office/drawing/2014/main" id="{C137EDA8-1223-5BB4-8EAC-82219B381BEA}"/>
              </a:ext>
            </a:extLst>
          </p:cNvPr>
          <p:cNvSpPr/>
          <p:nvPr/>
        </p:nvSpPr>
        <p:spPr>
          <a:xfrm>
            <a:off x="-1772874" y="3726392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2" name="标签">
            <a:extLst>
              <a:ext uri="{FF2B5EF4-FFF2-40B4-BE49-F238E27FC236}">
                <a16:creationId xmlns:a16="http://schemas.microsoft.com/office/drawing/2014/main" id="{B5EA6AC1-7458-327E-30E0-C2C52FF0A0B2}"/>
              </a:ext>
            </a:extLst>
          </p:cNvPr>
          <p:cNvSpPr/>
          <p:nvPr/>
        </p:nvSpPr>
        <p:spPr>
          <a:xfrm>
            <a:off x="-1772874" y="3335794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3" name="标签">
            <a:extLst>
              <a:ext uri="{FF2B5EF4-FFF2-40B4-BE49-F238E27FC236}">
                <a16:creationId xmlns:a16="http://schemas.microsoft.com/office/drawing/2014/main" id="{526B558C-9275-51BE-92DD-A24142237FC5}"/>
              </a:ext>
            </a:extLst>
          </p:cNvPr>
          <p:cNvSpPr/>
          <p:nvPr/>
        </p:nvSpPr>
        <p:spPr>
          <a:xfrm>
            <a:off x="-1742499" y="2863175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4" name="标签">
            <a:extLst>
              <a:ext uri="{FF2B5EF4-FFF2-40B4-BE49-F238E27FC236}">
                <a16:creationId xmlns:a16="http://schemas.microsoft.com/office/drawing/2014/main" id="{B7934C60-2E04-6F23-4D84-C76D83DCBD1F}"/>
              </a:ext>
            </a:extLst>
          </p:cNvPr>
          <p:cNvSpPr/>
          <p:nvPr/>
        </p:nvSpPr>
        <p:spPr>
          <a:xfrm>
            <a:off x="-2006886" y="2040307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标签">
            <a:extLst>
              <a:ext uri="{FF2B5EF4-FFF2-40B4-BE49-F238E27FC236}">
                <a16:creationId xmlns:a16="http://schemas.microsoft.com/office/drawing/2014/main" id="{C36728FF-F9A5-A77A-CBA5-6474DC9EBED6}"/>
              </a:ext>
            </a:extLst>
          </p:cNvPr>
          <p:cNvSpPr/>
          <p:nvPr/>
        </p:nvSpPr>
        <p:spPr>
          <a:xfrm rot="18840000">
            <a:off x="16789277" y="3475326"/>
            <a:ext cx="577850" cy="25781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4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>
          <a:extLst>
            <a:ext uri="{FF2B5EF4-FFF2-40B4-BE49-F238E27FC236}">
              <a16:creationId xmlns:a16="http://schemas.microsoft.com/office/drawing/2014/main" id="{83E13D76-9D2C-F7B3-0077-613C1E08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>
            <a:extLst>
              <a:ext uri="{FF2B5EF4-FFF2-40B4-BE49-F238E27FC236}">
                <a16:creationId xmlns:a16="http://schemas.microsoft.com/office/drawing/2014/main" id="{361D8F82-9D2C-65F8-B485-8AC04FD6E378}"/>
              </a:ext>
            </a:extLst>
          </p:cNvPr>
          <p:cNvGrpSpPr/>
          <p:nvPr/>
        </p:nvGrpSpPr>
        <p:grpSpPr>
          <a:xfrm>
            <a:off x="1421181" y="38883"/>
            <a:ext cx="18896965" cy="7268210"/>
            <a:chOff x="-10106" y="-239"/>
            <a:chExt cx="29759" cy="11446"/>
          </a:xfrm>
        </p:grpSpPr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DC5B3D3A-C2B7-32A3-E69C-26EE074E7C9A}"/>
                </a:ext>
              </a:extLst>
            </p:cNvPr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8778E2E5-EF97-38A9-1CD5-2F369B4663C1}"/>
                  </a:ext>
                </a:extLst>
              </p:cNvPr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>
                  <a:extLst>
                    <a:ext uri="{FF2B5EF4-FFF2-40B4-BE49-F238E27FC236}">
                      <a16:creationId xmlns:a16="http://schemas.microsoft.com/office/drawing/2014/main" id="{BD83EFC1-30AE-CA5E-0B42-DB3E26E052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>
                  <a:extLst>
                    <a:ext uri="{FF2B5EF4-FFF2-40B4-BE49-F238E27FC236}">
                      <a16:creationId xmlns:a16="http://schemas.microsoft.com/office/drawing/2014/main" id="{F755D635-0273-6809-1913-906531DA91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B689246-EF07-3F54-69F7-81693C3FE408}"/>
                  </a:ext>
                </a:extLst>
              </p:cNvPr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>
                  <a:extLst>
                    <a:ext uri="{FF2B5EF4-FFF2-40B4-BE49-F238E27FC236}">
                      <a16:creationId xmlns:a16="http://schemas.microsoft.com/office/drawing/2014/main" id="{BCAB2596-B490-1A25-57B1-E0FEB44B84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>
                  <a:extLst>
                    <a:ext uri="{FF2B5EF4-FFF2-40B4-BE49-F238E27FC236}">
                      <a16:creationId xmlns:a16="http://schemas.microsoft.com/office/drawing/2014/main" id="{97B4C455-D80C-1ADF-1C76-CE209216BD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C81A734-67C5-52C5-B177-CC50A3DB579B}"/>
                  </a:ext>
                </a:extLst>
              </p:cNvPr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>
                  <a:extLst>
                    <a:ext uri="{FF2B5EF4-FFF2-40B4-BE49-F238E27FC236}">
                      <a16:creationId xmlns:a16="http://schemas.microsoft.com/office/drawing/2014/main" id="{1E0EFC1C-8B86-9BF8-80C0-3E4F8467C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>
                  <a:extLst>
                    <a:ext uri="{FF2B5EF4-FFF2-40B4-BE49-F238E27FC236}">
                      <a16:creationId xmlns:a16="http://schemas.microsoft.com/office/drawing/2014/main" id="{AF04BD32-C3A3-58AF-1267-99FB59BC0A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B18C63A5-F40D-146D-EEFE-D88E653EBD1D}"/>
                  </a:ext>
                </a:extLst>
              </p:cNvPr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>
                  <a:extLst>
                    <a:ext uri="{FF2B5EF4-FFF2-40B4-BE49-F238E27FC236}">
                      <a16:creationId xmlns:a16="http://schemas.microsoft.com/office/drawing/2014/main" id="{04CF334E-AB36-235D-402F-A8CC1B91C5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>
                  <a:extLst>
                    <a:ext uri="{FF2B5EF4-FFF2-40B4-BE49-F238E27FC236}">
                      <a16:creationId xmlns:a16="http://schemas.microsoft.com/office/drawing/2014/main" id="{C1D3471D-BFFB-F248-D611-C201039AE6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1C219FE9-32E0-1F81-DA36-B4679E6523D6}"/>
                  </a:ext>
                </a:extLst>
              </p:cNvPr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>
                  <a:extLst>
                    <a:ext uri="{FF2B5EF4-FFF2-40B4-BE49-F238E27FC236}">
                      <a16:creationId xmlns:a16="http://schemas.microsoft.com/office/drawing/2014/main" id="{92F32359-A6EC-B5B6-AC2D-4E995031E9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>
                  <a:extLst>
                    <a:ext uri="{FF2B5EF4-FFF2-40B4-BE49-F238E27FC236}">
                      <a16:creationId xmlns:a16="http://schemas.microsoft.com/office/drawing/2014/main" id="{E83D6C4D-DA5B-5350-CE53-E383F63A2D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>
              <a:extLst>
                <a:ext uri="{FF2B5EF4-FFF2-40B4-BE49-F238E27FC236}">
                  <a16:creationId xmlns:a16="http://schemas.microsoft.com/office/drawing/2014/main" id="{55357832-C4BF-2401-23EE-EBF39508E4C4}"/>
                </a:ext>
              </a:extLst>
            </p:cNvPr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>
              <a:extLst>
                <a:ext uri="{FF2B5EF4-FFF2-40B4-BE49-F238E27FC236}">
                  <a16:creationId xmlns:a16="http://schemas.microsoft.com/office/drawing/2014/main" id="{D57426E2-78CC-F2AA-C850-25DC6C9B9FF7}"/>
                </a:ext>
              </a:extLst>
            </p:cNvPr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>
              <a:extLst>
                <a:ext uri="{FF2B5EF4-FFF2-40B4-BE49-F238E27FC236}">
                  <a16:creationId xmlns:a16="http://schemas.microsoft.com/office/drawing/2014/main" id="{016A7714-6DD9-4AAB-428A-E1C0C3FDB013}"/>
                </a:ext>
              </a:extLst>
            </p:cNvPr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>
              <a:extLst>
                <a:ext uri="{FF2B5EF4-FFF2-40B4-BE49-F238E27FC236}">
                  <a16:creationId xmlns:a16="http://schemas.microsoft.com/office/drawing/2014/main" id="{513B680D-1E4A-2F01-2DC7-EE6D39C49B6D}"/>
                </a:ext>
              </a:extLst>
            </p:cNvPr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>
              <a:extLst>
                <a:ext uri="{FF2B5EF4-FFF2-40B4-BE49-F238E27FC236}">
                  <a16:creationId xmlns:a16="http://schemas.microsoft.com/office/drawing/2014/main" id="{83CBA279-F7AB-663A-4001-AD7FA93AEA93}"/>
                </a:ext>
              </a:extLst>
            </p:cNvPr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>
              <a:extLst>
                <a:ext uri="{FF2B5EF4-FFF2-40B4-BE49-F238E27FC236}">
                  <a16:creationId xmlns:a16="http://schemas.microsoft.com/office/drawing/2014/main" id="{AD39079B-3330-4E86-C61A-2BDE217A751E}"/>
                </a:ext>
              </a:extLst>
            </p:cNvPr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>
              <a:extLst>
                <a:ext uri="{FF2B5EF4-FFF2-40B4-BE49-F238E27FC236}">
                  <a16:creationId xmlns:a16="http://schemas.microsoft.com/office/drawing/2014/main" id="{5037F14A-C2F9-3BD1-FAF0-98E79332FEF9}"/>
                </a:ext>
              </a:extLst>
            </p:cNvPr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>
              <a:extLst>
                <a:ext uri="{FF2B5EF4-FFF2-40B4-BE49-F238E27FC236}">
                  <a16:creationId xmlns:a16="http://schemas.microsoft.com/office/drawing/2014/main" id="{B224E750-C859-83AC-0A95-A2E8A42EC8FE}"/>
                </a:ext>
              </a:extLst>
            </p:cNvPr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>
              <a:extLst>
                <a:ext uri="{FF2B5EF4-FFF2-40B4-BE49-F238E27FC236}">
                  <a16:creationId xmlns:a16="http://schemas.microsoft.com/office/drawing/2014/main" id="{8CF7D298-62E4-4D76-8FA4-63D87AFACE35}"/>
                </a:ext>
              </a:extLst>
            </p:cNvPr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>
              <a:extLst>
                <a:ext uri="{FF2B5EF4-FFF2-40B4-BE49-F238E27FC236}">
                  <a16:creationId xmlns:a16="http://schemas.microsoft.com/office/drawing/2014/main" id="{006891B4-BFD1-3D97-AD76-2CD8A0D7BEFD}"/>
                </a:ext>
              </a:extLst>
            </p:cNvPr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>
              <a:extLst>
                <a:ext uri="{FF2B5EF4-FFF2-40B4-BE49-F238E27FC236}">
                  <a16:creationId xmlns:a16="http://schemas.microsoft.com/office/drawing/2014/main" id="{680AACD2-AACF-7924-1CC0-6953E09A8D7F}"/>
                </a:ext>
              </a:extLst>
            </p:cNvPr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>
              <a:extLst>
                <a:ext uri="{FF2B5EF4-FFF2-40B4-BE49-F238E27FC236}">
                  <a16:creationId xmlns:a16="http://schemas.microsoft.com/office/drawing/2014/main" id="{E51B8972-FF72-E65B-BB32-1A1C78374FCA}"/>
                </a:ext>
              </a:extLst>
            </p:cNvPr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>
              <a:extLst>
                <a:ext uri="{FF2B5EF4-FFF2-40B4-BE49-F238E27FC236}">
                  <a16:creationId xmlns:a16="http://schemas.microsoft.com/office/drawing/2014/main" id="{5CE59D15-0950-5071-D804-117FCD36C790}"/>
                </a:ext>
              </a:extLst>
            </p:cNvPr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>
              <a:extLst>
                <a:ext uri="{FF2B5EF4-FFF2-40B4-BE49-F238E27FC236}">
                  <a16:creationId xmlns:a16="http://schemas.microsoft.com/office/drawing/2014/main" id="{59766239-E66E-5C73-1AAD-FF951852DCA9}"/>
                </a:ext>
              </a:extLst>
            </p:cNvPr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>
              <a:extLst>
                <a:ext uri="{FF2B5EF4-FFF2-40B4-BE49-F238E27FC236}">
                  <a16:creationId xmlns:a16="http://schemas.microsoft.com/office/drawing/2014/main" id="{27825DE3-7739-CA6B-C107-D02BABA917E4}"/>
                </a:ext>
              </a:extLst>
            </p:cNvPr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>
              <a:extLst>
                <a:ext uri="{FF2B5EF4-FFF2-40B4-BE49-F238E27FC236}">
                  <a16:creationId xmlns:a16="http://schemas.microsoft.com/office/drawing/2014/main" id="{3C4D871A-9DF9-1A29-0060-2487B66E7BEF}"/>
                </a:ext>
              </a:extLst>
            </p:cNvPr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>
              <a:extLst>
                <a:ext uri="{FF2B5EF4-FFF2-40B4-BE49-F238E27FC236}">
                  <a16:creationId xmlns:a16="http://schemas.microsoft.com/office/drawing/2014/main" id="{47437401-E54B-80CA-1C98-66B1476AE5CB}"/>
                </a:ext>
              </a:extLst>
            </p:cNvPr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>
              <a:extLst>
                <a:ext uri="{FF2B5EF4-FFF2-40B4-BE49-F238E27FC236}">
                  <a16:creationId xmlns:a16="http://schemas.microsoft.com/office/drawing/2014/main" id="{6CC4F6AF-A945-7D61-443F-E43797D14D63}"/>
                </a:ext>
              </a:extLst>
            </p:cNvPr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>
              <a:extLst>
                <a:ext uri="{FF2B5EF4-FFF2-40B4-BE49-F238E27FC236}">
                  <a16:creationId xmlns:a16="http://schemas.microsoft.com/office/drawing/2014/main" id="{4CD19BDB-2153-137E-D48A-F9B78FD16CEB}"/>
                </a:ext>
              </a:extLst>
            </p:cNvPr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>
              <a:extLst>
                <a:ext uri="{FF2B5EF4-FFF2-40B4-BE49-F238E27FC236}">
                  <a16:creationId xmlns:a16="http://schemas.microsoft.com/office/drawing/2014/main" id="{E7AAC594-9045-4CB7-A293-19F55EFF047D}"/>
                </a:ext>
              </a:extLst>
            </p:cNvPr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>
              <a:extLst>
                <a:ext uri="{FF2B5EF4-FFF2-40B4-BE49-F238E27FC236}">
                  <a16:creationId xmlns:a16="http://schemas.microsoft.com/office/drawing/2014/main" id="{1285D48F-F560-9AA9-E68F-AA3D8EFB5EC3}"/>
                </a:ext>
              </a:extLst>
            </p:cNvPr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>
              <a:extLst>
                <a:ext uri="{FF2B5EF4-FFF2-40B4-BE49-F238E27FC236}">
                  <a16:creationId xmlns:a16="http://schemas.microsoft.com/office/drawing/2014/main" id="{1FB271CC-D95E-184D-6550-8B692E39762E}"/>
                </a:ext>
              </a:extLst>
            </p:cNvPr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>
              <a:extLst>
                <a:ext uri="{FF2B5EF4-FFF2-40B4-BE49-F238E27FC236}">
                  <a16:creationId xmlns:a16="http://schemas.microsoft.com/office/drawing/2014/main" id="{82B0031B-56A6-4549-DB07-58B6D9ED47FD}"/>
                </a:ext>
              </a:extLst>
            </p:cNvPr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>
              <a:extLst>
                <a:ext uri="{FF2B5EF4-FFF2-40B4-BE49-F238E27FC236}">
                  <a16:creationId xmlns:a16="http://schemas.microsoft.com/office/drawing/2014/main" id="{D775472A-ECC3-E118-4898-BF5298F4FED4}"/>
                </a:ext>
              </a:extLst>
            </p:cNvPr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>
              <a:extLst>
                <a:ext uri="{FF2B5EF4-FFF2-40B4-BE49-F238E27FC236}">
                  <a16:creationId xmlns:a16="http://schemas.microsoft.com/office/drawing/2014/main" id="{13B65BB8-F816-F458-409D-85B0EF6283AB}"/>
                </a:ext>
              </a:extLst>
            </p:cNvPr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>
              <a:extLst>
                <a:ext uri="{FF2B5EF4-FFF2-40B4-BE49-F238E27FC236}">
                  <a16:creationId xmlns:a16="http://schemas.microsoft.com/office/drawing/2014/main" id="{FAD76387-C551-401E-7EF0-188E930362DC}"/>
                </a:ext>
              </a:extLst>
            </p:cNvPr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>
              <a:extLst>
                <a:ext uri="{FF2B5EF4-FFF2-40B4-BE49-F238E27FC236}">
                  <a16:creationId xmlns:a16="http://schemas.microsoft.com/office/drawing/2014/main" id="{1D55A947-208B-359B-78F3-995C5F71E38C}"/>
                </a:ext>
              </a:extLst>
            </p:cNvPr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>
              <a:extLst>
                <a:ext uri="{FF2B5EF4-FFF2-40B4-BE49-F238E27FC236}">
                  <a16:creationId xmlns:a16="http://schemas.microsoft.com/office/drawing/2014/main" id="{131C8036-B717-ECAD-2C7D-3869D6FB2642}"/>
                </a:ext>
              </a:extLst>
            </p:cNvPr>
            <p:cNvSpPr/>
            <p:nvPr/>
          </p:nvSpPr>
          <p:spPr>
            <a:xfrm>
              <a:off x="8151" y="5281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>
              <a:extLst>
                <a:ext uri="{FF2B5EF4-FFF2-40B4-BE49-F238E27FC236}">
                  <a16:creationId xmlns:a16="http://schemas.microsoft.com/office/drawing/2014/main" id="{E91ACE8C-DCE4-7243-1822-5F624043BC9B}"/>
                </a:ext>
              </a:extLst>
            </p:cNvPr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>
              <a:extLst>
                <a:ext uri="{FF2B5EF4-FFF2-40B4-BE49-F238E27FC236}">
                  <a16:creationId xmlns:a16="http://schemas.microsoft.com/office/drawing/2014/main" id="{287913F3-CC79-2EC3-F7C5-0340AAF4E2DF}"/>
                </a:ext>
              </a:extLst>
            </p:cNvPr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>
              <a:extLst>
                <a:ext uri="{FF2B5EF4-FFF2-40B4-BE49-F238E27FC236}">
                  <a16:creationId xmlns:a16="http://schemas.microsoft.com/office/drawing/2014/main" id="{E8FB4552-194F-4FFE-83EC-802F57C4167C}"/>
                </a:ext>
              </a:extLst>
            </p:cNvPr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>
              <a:extLst>
                <a:ext uri="{FF2B5EF4-FFF2-40B4-BE49-F238E27FC236}">
                  <a16:creationId xmlns:a16="http://schemas.microsoft.com/office/drawing/2014/main" id="{17B2A85C-1D9C-1041-5110-1D568AEBFFC9}"/>
                </a:ext>
              </a:extLst>
            </p:cNvPr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>
              <a:extLst>
                <a:ext uri="{FF2B5EF4-FFF2-40B4-BE49-F238E27FC236}">
                  <a16:creationId xmlns:a16="http://schemas.microsoft.com/office/drawing/2014/main" id="{8A3FC1BC-38AB-1EED-22AC-2A5CED110EDD}"/>
                </a:ext>
              </a:extLst>
            </p:cNvPr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>
              <a:extLst>
                <a:ext uri="{FF2B5EF4-FFF2-40B4-BE49-F238E27FC236}">
                  <a16:creationId xmlns:a16="http://schemas.microsoft.com/office/drawing/2014/main" id="{4C8BA676-1406-39D9-BB75-4087D424C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>
              <a:extLst>
                <a:ext uri="{FF2B5EF4-FFF2-40B4-BE49-F238E27FC236}">
                  <a16:creationId xmlns:a16="http://schemas.microsoft.com/office/drawing/2014/main" id="{728D2DEE-43C4-4EA8-24F4-053D20BF5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>
              <a:extLst>
                <a:ext uri="{FF2B5EF4-FFF2-40B4-BE49-F238E27FC236}">
                  <a16:creationId xmlns:a16="http://schemas.microsoft.com/office/drawing/2014/main" id="{5C8E8666-219E-DD41-0A23-D6D3E6980FE2}"/>
                </a:ext>
              </a:extLst>
            </p:cNvPr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>
              <a:extLst>
                <a:ext uri="{FF2B5EF4-FFF2-40B4-BE49-F238E27FC236}">
                  <a16:creationId xmlns:a16="http://schemas.microsoft.com/office/drawing/2014/main" id="{8A4A96F0-CA72-B8B0-66ED-5D64F39EED96}"/>
                </a:ext>
              </a:extLst>
            </p:cNvPr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>
              <a:extLst>
                <a:ext uri="{FF2B5EF4-FFF2-40B4-BE49-F238E27FC236}">
                  <a16:creationId xmlns:a16="http://schemas.microsoft.com/office/drawing/2014/main" id="{3677A4B5-5CF3-6E35-3E20-D577F803ACD2}"/>
                </a:ext>
              </a:extLst>
            </p:cNvPr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>
              <a:extLst>
                <a:ext uri="{FF2B5EF4-FFF2-40B4-BE49-F238E27FC236}">
                  <a16:creationId xmlns:a16="http://schemas.microsoft.com/office/drawing/2014/main" id="{D842E9B5-0323-AB7E-E772-B3E0733DF9DF}"/>
                </a:ext>
              </a:extLst>
            </p:cNvPr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>
              <a:extLst>
                <a:ext uri="{FF2B5EF4-FFF2-40B4-BE49-F238E27FC236}">
                  <a16:creationId xmlns:a16="http://schemas.microsoft.com/office/drawing/2014/main" id="{7CA406B7-B625-4957-F5D6-9396B4A3AB07}"/>
                </a:ext>
              </a:extLst>
            </p:cNvPr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>
                <a:extLst>
                  <a:ext uri="{FF2B5EF4-FFF2-40B4-BE49-F238E27FC236}">
                    <a16:creationId xmlns:a16="http://schemas.microsoft.com/office/drawing/2014/main" id="{474CC872-899B-C12D-FA66-5C9A7331B3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>
                <a:extLst>
                  <a:ext uri="{FF2B5EF4-FFF2-40B4-BE49-F238E27FC236}">
                    <a16:creationId xmlns:a16="http://schemas.microsoft.com/office/drawing/2014/main" id="{3341C2C6-1948-D8D7-3803-588B654368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>
              <a:extLst>
                <a:ext uri="{FF2B5EF4-FFF2-40B4-BE49-F238E27FC236}">
                  <a16:creationId xmlns:a16="http://schemas.microsoft.com/office/drawing/2014/main" id="{B6A936EF-9471-D2B1-1642-A2DDD7038C25}"/>
                </a:ext>
              </a:extLst>
            </p:cNvPr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>
                <a:extLst>
                  <a:ext uri="{FF2B5EF4-FFF2-40B4-BE49-F238E27FC236}">
                    <a16:creationId xmlns:a16="http://schemas.microsoft.com/office/drawing/2014/main" id="{148B9E1F-3932-A88E-2418-13AB7AF463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>
                <a:extLst>
                  <a:ext uri="{FF2B5EF4-FFF2-40B4-BE49-F238E27FC236}">
                    <a16:creationId xmlns:a16="http://schemas.microsoft.com/office/drawing/2014/main" id="{08601AB5-4E27-8365-F0FA-7FB51B360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>
              <a:extLst>
                <a:ext uri="{FF2B5EF4-FFF2-40B4-BE49-F238E27FC236}">
                  <a16:creationId xmlns:a16="http://schemas.microsoft.com/office/drawing/2014/main" id="{184D2D73-F088-4A93-0D48-DBCC52A3A473}"/>
                </a:ext>
              </a:extLst>
            </p:cNvPr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>
                <a:extLst>
                  <a:ext uri="{FF2B5EF4-FFF2-40B4-BE49-F238E27FC236}">
                    <a16:creationId xmlns:a16="http://schemas.microsoft.com/office/drawing/2014/main" id="{EE7C0F7D-A96F-21B0-110F-D1EAF5092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>
                <a:extLst>
                  <a:ext uri="{FF2B5EF4-FFF2-40B4-BE49-F238E27FC236}">
                    <a16:creationId xmlns:a16="http://schemas.microsoft.com/office/drawing/2014/main" id="{9980D6DE-AA0A-CEB6-A128-690613260A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>
              <a:extLst>
                <a:ext uri="{FF2B5EF4-FFF2-40B4-BE49-F238E27FC236}">
                  <a16:creationId xmlns:a16="http://schemas.microsoft.com/office/drawing/2014/main" id="{A6EB7AB9-FE30-CCBD-6F4F-6B4B4BD50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>
              <a:extLst>
                <a:ext uri="{FF2B5EF4-FFF2-40B4-BE49-F238E27FC236}">
                  <a16:creationId xmlns:a16="http://schemas.microsoft.com/office/drawing/2014/main" id="{0C38EA71-4775-79F3-2CCD-D6984A30E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>
              <a:extLst>
                <a:ext uri="{FF2B5EF4-FFF2-40B4-BE49-F238E27FC236}">
                  <a16:creationId xmlns:a16="http://schemas.microsoft.com/office/drawing/2014/main" id="{12792198-C4FF-D66F-00D0-9C0E21C80812}"/>
                </a:ext>
              </a:extLst>
            </p:cNvPr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>
                <a:extLst>
                  <a:ext uri="{FF2B5EF4-FFF2-40B4-BE49-F238E27FC236}">
                    <a16:creationId xmlns:a16="http://schemas.microsoft.com/office/drawing/2014/main" id="{54B740A9-DDC5-986E-3FDE-AFEA610AD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>
                <a:extLst>
                  <a:ext uri="{FF2B5EF4-FFF2-40B4-BE49-F238E27FC236}">
                    <a16:creationId xmlns:a16="http://schemas.microsoft.com/office/drawing/2014/main" id="{2F079042-725B-6545-405F-20E53B7AA8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BD10285C-F4A4-6400-4B57-F0D903709668}"/>
                </a:ext>
              </a:extLst>
            </p:cNvPr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>
                <a:extLst>
                  <a:ext uri="{FF2B5EF4-FFF2-40B4-BE49-F238E27FC236}">
                    <a16:creationId xmlns:a16="http://schemas.microsoft.com/office/drawing/2014/main" id="{F252382A-A5C1-BB15-BDDC-AAA551DF4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>
                <a:extLst>
                  <a:ext uri="{FF2B5EF4-FFF2-40B4-BE49-F238E27FC236}">
                    <a16:creationId xmlns:a16="http://schemas.microsoft.com/office/drawing/2014/main" id="{304DD15B-0E76-6B66-E009-29BDB15984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>
              <a:extLst>
                <a:ext uri="{FF2B5EF4-FFF2-40B4-BE49-F238E27FC236}">
                  <a16:creationId xmlns:a16="http://schemas.microsoft.com/office/drawing/2014/main" id="{0656BEE4-7DA9-0DE4-3E21-C97947A1FA99}"/>
                </a:ext>
              </a:extLst>
            </p:cNvPr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>
              <a:extLst>
                <a:ext uri="{FF2B5EF4-FFF2-40B4-BE49-F238E27FC236}">
                  <a16:creationId xmlns:a16="http://schemas.microsoft.com/office/drawing/2014/main" id="{4ED5286E-84AD-5FB1-D2DC-767EE632B2AD}"/>
                </a:ext>
              </a:extLst>
            </p:cNvPr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>
              <a:extLst>
                <a:ext uri="{FF2B5EF4-FFF2-40B4-BE49-F238E27FC236}">
                  <a16:creationId xmlns:a16="http://schemas.microsoft.com/office/drawing/2014/main" id="{3A0E16DD-B4DE-9352-C3C4-B1F5483F0C33}"/>
                </a:ext>
              </a:extLst>
            </p:cNvPr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>
              <a:extLst>
                <a:ext uri="{FF2B5EF4-FFF2-40B4-BE49-F238E27FC236}">
                  <a16:creationId xmlns:a16="http://schemas.microsoft.com/office/drawing/2014/main" id="{90164BDD-869D-AFB1-9DD9-E0E9EE4E88A7}"/>
                </a:ext>
              </a:extLst>
            </p:cNvPr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>
              <a:extLst>
                <a:ext uri="{FF2B5EF4-FFF2-40B4-BE49-F238E27FC236}">
                  <a16:creationId xmlns:a16="http://schemas.microsoft.com/office/drawing/2014/main" id="{DBCB514E-F68A-C840-F111-48A3765BD8B3}"/>
                </a:ext>
              </a:extLst>
            </p:cNvPr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>
              <a:extLst>
                <a:ext uri="{FF2B5EF4-FFF2-40B4-BE49-F238E27FC236}">
                  <a16:creationId xmlns:a16="http://schemas.microsoft.com/office/drawing/2014/main" id="{EC58A993-4AF3-B143-949E-7993822009CB}"/>
                </a:ext>
              </a:extLst>
            </p:cNvPr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>
              <a:extLst>
                <a:ext uri="{FF2B5EF4-FFF2-40B4-BE49-F238E27FC236}">
                  <a16:creationId xmlns:a16="http://schemas.microsoft.com/office/drawing/2014/main" id="{8C69F2EA-698C-0A8E-F0AB-DB18A9354A3E}"/>
                </a:ext>
              </a:extLst>
            </p:cNvPr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>
              <a:extLst>
                <a:ext uri="{FF2B5EF4-FFF2-40B4-BE49-F238E27FC236}">
                  <a16:creationId xmlns:a16="http://schemas.microsoft.com/office/drawing/2014/main" id="{3E8C86B6-55D9-B560-C685-AB1AAE84D4A4}"/>
                </a:ext>
              </a:extLst>
            </p:cNvPr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>
              <a:extLst>
                <a:ext uri="{FF2B5EF4-FFF2-40B4-BE49-F238E27FC236}">
                  <a16:creationId xmlns:a16="http://schemas.microsoft.com/office/drawing/2014/main" id="{1997E8CC-0E26-6E28-AAAF-4DCF1725A9FB}"/>
                </a:ext>
              </a:extLst>
            </p:cNvPr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>
              <a:extLst>
                <a:ext uri="{FF2B5EF4-FFF2-40B4-BE49-F238E27FC236}">
                  <a16:creationId xmlns:a16="http://schemas.microsoft.com/office/drawing/2014/main" id="{011B2515-5FB7-012F-2D58-D51F40FB451E}"/>
                </a:ext>
              </a:extLst>
            </p:cNvPr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>
              <a:extLst>
                <a:ext uri="{FF2B5EF4-FFF2-40B4-BE49-F238E27FC236}">
                  <a16:creationId xmlns:a16="http://schemas.microsoft.com/office/drawing/2014/main" id="{A02FE337-3B9F-77BC-D0B5-9904E5591C3D}"/>
                </a:ext>
              </a:extLst>
            </p:cNvPr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>
              <a:extLst>
                <a:ext uri="{FF2B5EF4-FFF2-40B4-BE49-F238E27FC236}">
                  <a16:creationId xmlns:a16="http://schemas.microsoft.com/office/drawing/2014/main" id="{3BECC3C1-B5BC-B035-011C-B42AA19D16B8}"/>
                </a:ext>
              </a:extLst>
            </p:cNvPr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>
              <a:extLst>
                <a:ext uri="{FF2B5EF4-FFF2-40B4-BE49-F238E27FC236}">
                  <a16:creationId xmlns:a16="http://schemas.microsoft.com/office/drawing/2014/main" id="{9E266842-D4D1-BB38-D021-6B95C0C4CE35}"/>
                </a:ext>
              </a:extLst>
            </p:cNvPr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>
              <a:extLst>
                <a:ext uri="{FF2B5EF4-FFF2-40B4-BE49-F238E27FC236}">
                  <a16:creationId xmlns:a16="http://schemas.microsoft.com/office/drawing/2014/main" id="{6B7630DF-2A1E-1049-FAF0-FC77E93B04F4}"/>
                </a:ext>
              </a:extLst>
            </p:cNvPr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>
              <a:extLst>
                <a:ext uri="{FF2B5EF4-FFF2-40B4-BE49-F238E27FC236}">
                  <a16:creationId xmlns:a16="http://schemas.microsoft.com/office/drawing/2014/main" id="{B9A20059-6805-982C-3DD4-4A0E23DF788A}"/>
                </a:ext>
              </a:extLst>
            </p:cNvPr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>
              <a:extLst>
                <a:ext uri="{FF2B5EF4-FFF2-40B4-BE49-F238E27FC236}">
                  <a16:creationId xmlns:a16="http://schemas.microsoft.com/office/drawing/2014/main" id="{8F194B1A-D1D1-C7FA-F0F8-A4229E853A65}"/>
                </a:ext>
              </a:extLst>
            </p:cNvPr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>
              <a:extLst>
                <a:ext uri="{FF2B5EF4-FFF2-40B4-BE49-F238E27FC236}">
                  <a16:creationId xmlns:a16="http://schemas.microsoft.com/office/drawing/2014/main" id="{DAB7D897-C974-1ED9-2CD5-19E08EB6DD32}"/>
                </a:ext>
              </a:extLst>
            </p:cNvPr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>
              <a:extLst>
                <a:ext uri="{FF2B5EF4-FFF2-40B4-BE49-F238E27FC236}">
                  <a16:creationId xmlns:a16="http://schemas.microsoft.com/office/drawing/2014/main" id="{95C05BDF-98AF-BA75-ED77-436A4E86B0D5}"/>
                </a:ext>
              </a:extLst>
            </p:cNvPr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>
              <a:extLst>
                <a:ext uri="{FF2B5EF4-FFF2-40B4-BE49-F238E27FC236}">
                  <a16:creationId xmlns:a16="http://schemas.microsoft.com/office/drawing/2014/main" id="{AE53F591-7788-8921-F979-A37B835FC4E2}"/>
                </a:ext>
              </a:extLst>
            </p:cNvPr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>
              <a:extLst>
                <a:ext uri="{FF2B5EF4-FFF2-40B4-BE49-F238E27FC236}">
                  <a16:creationId xmlns:a16="http://schemas.microsoft.com/office/drawing/2014/main" id="{BA00CCD6-7C01-1D43-8E59-75A8157C4373}"/>
                </a:ext>
              </a:extLst>
            </p:cNvPr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>
              <a:extLst>
                <a:ext uri="{FF2B5EF4-FFF2-40B4-BE49-F238E27FC236}">
                  <a16:creationId xmlns:a16="http://schemas.microsoft.com/office/drawing/2014/main" id="{40F52D11-EB3A-6610-48EF-07E5BA947AA2}"/>
                </a:ext>
              </a:extLst>
            </p:cNvPr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>
              <a:extLst>
                <a:ext uri="{FF2B5EF4-FFF2-40B4-BE49-F238E27FC236}">
                  <a16:creationId xmlns:a16="http://schemas.microsoft.com/office/drawing/2014/main" id="{83103260-3F38-0CF6-05C5-86C9BA852161}"/>
                </a:ext>
              </a:extLst>
            </p:cNvPr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>
              <a:extLst>
                <a:ext uri="{FF2B5EF4-FFF2-40B4-BE49-F238E27FC236}">
                  <a16:creationId xmlns:a16="http://schemas.microsoft.com/office/drawing/2014/main" id="{81B2E55B-7ACD-D43C-F8AC-63CD4D1CF26B}"/>
                </a:ext>
              </a:extLst>
            </p:cNvPr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>
                <a:extLst>
                  <a:ext uri="{FF2B5EF4-FFF2-40B4-BE49-F238E27FC236}">
                    <a16:creationId xmlns:a16="http://schemas.microsoft.com/office/drawing/2014/main" id="{6E57F944-F686-8165-689B-828EC3AF7F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>
                <a:extLst>
                  <a:ext uri="{FF2B5EF4-FFF2-40B4-BE49-F238E27FC236}">
                    <a16:creationId xmlns:a16="http://schemas.microsoft.com/office/drawing/2014/main" id="{7A14897E-4909-68C6-8035-0763C4B00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>
              <a:extLst>
                <a:ext uri="{FF2B5EF4-FFF2-40B4-BE49-F238E27FC236}">
                  <a16:creationId xmlns:a16="http://schemas.microsoft.com/office/drawing/2014/main" id="{A42C431A-4830-41A1-E6FA-64D9FE799914}"/>
                </a:ext>
              </a:extLst>
            </p:cNvPr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>
                <a:extLst>
                  <a:ext uri="{FF2B5EF4-FFF2-40B4-BE49-F238E27FC236}">
                    <a16:creationId xmlns:a16="http://schemas.microsoft.com/office/drawing/2014/main" id="{98B1D9FA-5658-BC64-158A-A5FC9F435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>
                <a:extLst>
                  <a:ext uri="{FF2B5EF4-FFF2-40B4-BE49-F238E27FC236}">
                    <a16:creationId xmlns:a16="http://schemas.microsoft.com/office/drawing/2014/main" id="{771283D3-7E90-298B-D416-B6AE7FCF1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>
              <a:extLst>
                <a:ext uri="{FF2B5EF4-FFF2-40B4-BE49-F238E27FC236}">
                  <a16:creationId xmlns:a16="http://schemas.microsoft.com/office/drawing/2014/main" id="{4D92D96D-DCAB-2695-7D53-25E6BBC1DC70}"/>
                </a:ext>
              </a:extLst>
            </p:cNvPr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>
                <a:extLst>
                  <a:ext uri="{FF2B5EF4-FFF2-40B4-BE49-F238E27FC236}">
                    <a16:creationId xmlns:a16="http://schemas.microsoft.com/office/drawing/2014/main" id="{C0FDA77F-F107-575D-1F02-F08FF520A8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>
                <a:extLst>
                  <a:ext uri="{FF2B5EF4-FFF2-40B4-BE49-F238E27FC236}">
                    <a16:creationId xmlns:a16="http://schemas.microsoft.com/office/drawing/2014/main" id="{DF457290-89C8-DB9B-E2D3-3C75CABA95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>
              <a:extLst>
                <a:ext uri="{FF2B5EF4-FFF2-40B4-BE49-F238E27FC236}">
                  <a16:creationId xmlns:a16="http://schemas.microsoft.com/office/drawing/2014/main" id="{C078E14D-E259-741A-FF9B-DC6EE451C50D}"/>
                </a:ext>
              </a:extLst>
            </p:cNvPr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>
                <a:extLst>
                  <a:ext uri="{FF2B5EF4-FFF2-40B4-BE49-F238E27FC236}">
                    <a16:creationId xmlns:a16="http://schemas.microsoft.com/office/drawing/2014/main" id="{73FA80E6-7D55-40B1-82D3-859371A96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>
                <a:extLst>
                  <a:ext uri="{FF2B5EF4-FFF2-40B4-BE49-F238E27FC236}">
                    <a16:creationId xmlns:a16="http://schemas.microsoft.com/office/drawing/2014/main" id="{023A31E7-3785-7FF6-95B3-FED062BCDB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>
              <a:extLst>
                <a:ext uri="{FF2B5EF4-FFF2-40B4-BE49-F238E27FC236}">
                  <a16:creationId xmlns:a16="http://schemas.microsoft.com/office/drawing/2014/main" id="{1C6B84B3-5575-4188-6C5F-32D04A89C5D6}"/>
                </a:ext>
              </a:extLst>
            </p:cNvPr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>
              <a:extLst>
                <a:ext uri="{FF2B5EF4-FFF2-40B4-BE49-F238E27FC236}">
                  <a16:creationId xmlns:a16="http://schemas.microsoft.com/office/drawing/2014/main" id="{132E0E60-65DB-E143-E725-B908129EE32D}"/>
                </a:ext>
              </a:extLst>
            </p:cNvPr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>
              <a:extLst>
                <a:ext uri="{FF2B5EF4-FFF2-40B4-BE49-F238E27FC236}">
                  <a16:creationId xmlns:a16="http://schemas.microsoft.com/office/drawing/2014/main" id="{CC99D5CD-79F3-83DC-2671-ED34682C1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>
              <a:extLst>
                <a:ext uri="{FF2B5EF4-FFF2-40B4-BE49-F238E27FC236}">
                  <a16:creationId xmlns:a16="http://schemas.microsoft.com/office/drawing/2014/main" id="{91AB4B95-BB09-159C-1742-E2D2A739F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>
              <a:extLst>
                <a:ext uri="{FF2B5EF4-FFF2-40B4-BE49-F238E27FC236}">
                  <a16:creationId xmlns:a16="http://schemas.microsoft.com/office/drawing/2014/main" id="{2CBCCC3B-B56B-CF0C-A148-0DE49D908260}"/>
                </a:ext>
              </a:extLst>
            </p:cNvPr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>
                <a:extLst>
                  <a:ext uri="{FF2B5EF4-FFF2-40B4-BE49-F238E27FC236}">
                    <a16:creationId xmlns:a16="http://schemas.microsoft.com/office/drawing/2014/main" id="{F9BF7AF3-6C14-A0CA-B068-AE1C8C38F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>
                <a:extLst>
                  <a:ext uri="{FF2B5EF4-FFF2-40B4-BE49-F238E27FC236}">
                    <a16:creationId xmlns:a16="http://schemas.microsoft.com/office/drawing/2014/main" id="{34D890DB-7899-1DD9-0962-182479F33F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>
              <a:extLst>
                <a:ext uri="{FF2B5EF4-FFF2-40B4-BE49-F238E27FC236}">
                  <a16:creationId xmlns:a16="http://schemas.microsoft.com/office/drawing/2014/main" id="{2C421B31-A591-C6A3-848C-3DEC109C88DF}"/>
                </a:ext>
              </a:extLst>
            </p:cNvPr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>
                <a:extLst>
                  <a:ext uri="{FF2B5EF4-FFF2-40B4-BE49-F238E27FC236}">
                    <a16:creationId xmlns:a16="http://schemas.microsoft.com/office/drawing/2014/main" id="{0E66A700-7FAF-FE11-8929-F64AE928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>
                <a:extLst>
                  <a:ext uri="{FF2B5EF4-FFF2-40B4-BE49-F238E27FC236}">
                    <a16:creationId xmlns:a16="http://schemas.microsoft.com/office/drawing/2014/main" id="{BBB0B913-9537-2AB6-B80A-4FB5D3A0AF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294AFA59-F3C8-C440-D634-FDDD879020CF}"/>
                </a:ext>
              </a:extLst>
            </p:cNvPr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>
                <a:extLst>
                  <a:ext uri="{FF2B5EF4-FFF2-40B4-BE49-F238E27FC236}">
                    <a16:creationId xmlns:a16="http://schemas.microsoft.com/office/drawing/2014/main" id="{DDA29F29-E862-75B6-6431-0A4F38AB79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>
                <a:extLst>
                  <a:ext uri="{FF2B5EF4-FFF2-40B4-BE49-F238E27FC236}">
                    <a16:creationId xmlns:a16="http://schemas.microsoft.com/office/drawing/2014/main" id="{EDC2D2B0-9E24-E8EF-4046-39EA56CE1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>
              <a:extLst>
                <a:ext uri="{FF2B5EF4-FFF2-40B4-BE49-F238E27FC236}">
                  <a16:creationId xmlns:a16="http://schemas.microsoft.com/office/drawing/2014/main" id="{D49CB4DB-3A25-4E60-AB8C-77273B9EAEF7}"/>
                </a:ext>
              </a:extLst>
            </p:cNvPr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>
                <a:extLst>
                  <a:ext uri="{FF2B5EF4-FFF2-40B4-BE49-F238E27FC236}">
                    <a16:creationId xmlns:a16="http://schemas.microsoft.com/office/drawing/2014/main" id="{F1BA6FD9-1FA6-61BF-0FCF-68D7F35A03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>
                <a:extLst>
                  <a:ext uri="{FF2B5EF4-FFF2-40B4-BE49-F238E27FC236}">
                    <a16:creationId xmlns:a16="http://schemas.microsoft.com/office/drawing/2014/main" id="{B5267836-E9EC-AD1C-F2B9-67697DCED0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>
              <a:extLst>
                <a:ext uri="{FF2B5EF4-FFF2-40B4-BE49-F238E27FC236}">
                  <a16:creationId xmlns:a16="http://schemas.microsoft.com/office/drawing/2014/main" id="{E720A632-3DEF-9E7E-511E-D6C9F5337144}"/>
                </a:ext>
              </a:extLst>
            </p:cNvPr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>
              <a:extLst>
                <a:ext uri="{FF2B5EF4-FFF2-40B4-BE49-F238E27FC236}">
                  <a16:creationId xmlns:a16="http://schemas.microsoft.com/office/drawing/2014/main" id="{CF4078BA-E724-60D9-BCAC-D27BABE1BECC}"/>
                </a:ext>
              </a:extLst>
            </p:cNvPr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>
              <a:extLst>
                <a:ext uri="{FF2B5EF4-FFF2-40B4-BE49-F238E27FC236}">
                  <a16:creationId xmlns:a16="http://schemas.microsoft.com/office/drawing/2014/main" id="{1B21FB81-1635-D83F-F06E-A11F5D977B0B}"/>
                </a:ext>
              </a:extLst>
            </p:cNvPr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>
              <a:extLst>
                <a:ext uri="{FF2B5EF4-FFF2-40B4-BE49-F238E27FC236}">
                  <a16:creationId xmlns:a16="http://schemas.microsoft.com/office/drawing/2014/main" id="{12DF8524-9A94-1A53-F0DE-35EB49325FB0}"/>
                </a:ext>
              </a:extLst>
            </p:cNvPr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>
              <a:extLst>
                <a:ext uri="{FF2B5EF4-FFF2-40B4-BE49-F238E27FC236}">
                  <a16:creationId xmlns:a16="http://schemas.microsoft.com/office/drawing/2014/main" id="{7C7783AB-F343-3454-F267-98B84EF1CA58}"/>
                </a:ext>
              </a:extLst>
            </p:cNvPr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>
              <a:extLst>
                <a:ext uri="{FF2B5EF4-FFF2-40B4-BE49-F238E27FC236}">
                  <a16:creationId xmlns:a16="http://schemas.microsoft.com/office/drawing/2014/main" id="{DF62624A-A16C-DBD6-07E6-11A8C5EBE83B}"/>
                </a:ext>
              </a:extLst>
            </p:cNvPr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>
              <a:extLst>
                <a:ext uri="{FF2B5EF4-FFF2-40B4-BE49-F238E27FC236}">
                  <a16:creationId xmlns:a16="http://schemas.microsoft.com/office/drawing/2014/main" id="{ABE7B233-97F5-440F-004E-7A8EB39B6224}"/>
                </a:ext>
              </a:extLst>
            </p:cNvPr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>
              <a:extLst>
                <a:ext uri="{FF2B5EF4-FFF2-40B4-BE49-F238E27FC236}">
                  <a16:creationId xmlns:a16="http://schemas.microsoft.com/office/drawing/2014/main" id="{987D885A-5AFB-C1AE-6A39-609320E89CE9}"/>
                </a:ext>
              </a:extLst>
            </p:cNvPr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>
              <a:extLst>
                <a:ext uri="{FF2B5EF4-FFF2-40B4-BE49-F238E27FC236}">
                  <a16:creationId xmlns:a16="http://schemas.microsoft.com/office/drawing/2014/main" id="{648851DC-66E8-55E3-889C-F6B859A98F12}"/>
                </a:ext>
              </a:extLst>
            </p:cNvPr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>
              <a:extLst>
                <a:ext uri="{FF2B5EF4-FFF2-40B4-BE49-F238E27FC236}">
                  <a16:creationId xmlns:a16="http://schemas.microsoft.com/office/drawing/2014/main" id="{431BBCD1-B3B3-BE59-1F91-CADAD89FC2D5}"/>
                </a:ext>
              </a:extLst>
            </p:cNvPr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>
              <a:extLst>
                <a:ext uri="{FF2B5EF4-FFF2-40B4-BE49-F238E27FC236}">
                  <a16:creationId xmlns:a16="http://schemas.microsoft.com/office/drawing/2014/main" id="{D0145A85-2057-E595-B7D0-D717FF5653FF}"/>
                </a:ext>
              </a:extLst>
            </p:cNvPr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>
              <a:extLst>
                <a:ext uri="{FF2B5EF4-FFF2-40B4-BE49-F238E27FC236}">
                  <a16:creationId xmlns:a16="http://schemas.microsoft.com/office/drawing/2014/main" id="{F0045268-C698-AD3A-2ADA-51950AC76D8A}"/>
                </a:ext>
              </a:extLst>
            </p:cNvPr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>
              <a:extLst>
                <a:ext uri="{FF2B5EF4-FFF2-40B4-BE49-F238E27FC236}">
                  <a16:creationId xmlns:a16="http://schemas.microsoft.com/office/drawing/2014/main" id="{FE8FC61F-03D8-641D-5072-B33975907B96}"/>
                </a:ext>
              </a:extLst>
            </p:cNvPr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>
              <a:extLst>
                <a:ext uri="{FF2B5EF4-FFF2-40B4-BE49-F238E27FC236}">
                  <a16:creationId xmlns:a16="http://schemas.microsoft.com/office/drawing/2014/main" id="{BF61E0EA-5F30-9F02-377A-F3035E5D3D5C}"/>
                </a:ext>
              </a:extLst>
            </p:cNvPr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>
              <a:extLst>
                <a:ext uri="{FF2B5EF4-FFF2-40B4-BE49-F238E27FC236}">
                  <a16:creationId xmlns:a16="http://schemas.microsoft.com/office/drawing/2014/main" id="{7166F585-A971-3792-27EE-DA51E89067C3}"/>
                </a:ext>
              </a:extLst>
            </p:cNvPr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>
              <a:extLst>
                <a:ext uri="{FF2B5EF4-FFF2-40B4-BE49-F238E27FC236}">
                  <a16:creationId xmlns:a16="http://schemas.microsoft.com/office/drawing/2014/main" id="{5E99F7F4-F8C6-8435-D8BA-8AD881513927}"/>
                </a:ext>
              </a:extLst>
            </p:cNvPr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>
              <a:extLst>
                <a:ext uri="{FF2B5EF4-FFF2-40B4-BE49-F238E27FC236}">
                  <a16:creationId xmlns:a16="http://schemas.microsoft.com/office/drawing/2014/main" id="{E64EC811-7CA8-C271-CF82-21B11A472247}"/>
                </a:ext>
              </a:extLst>
            </p:cNvPr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>
              <a:extLst>
                <a:ext uri="{FF2B5EF4-FFF2-40B4-BE49-F238E27FC236}">
                  <a16:creationId xmlns:a16="http://schemas.microsoft.com/office/drawing/2014/main" id="{41ED14A9-8EF9-1BAF-4862-58C26723DD41}"/>
                </a:ext>
              </a:extLst>
            </p:cNvPr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>
              <a:extLst>
                <a:ext uri="{FF2B5EF4-FFF2-40B4-BE49-F238E27FC236}">
                  <a16:creationId xmlns:a16="http://schemas.microsoft.com/office/drawing/2014/main" id="{BAA345E3-4CEA-FACC-1DED-5AB0FF903A20}"/>
                </a:ext>
              </a:extLst>
            </p:cNvPr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>
              <a:extLst>
                <a:ext uri="{FF2B5EF4-FFF2-40B4-BE49-F238E27FC236}">
                  <a16:creationId xmlns:a16="http://schemas.microsoft.com/office/drawing/2014/main" id="{B918948B-14AD-B0BA-707E-7203946838B4}"/>
                </a:ext>
              </a:extLst>
            </p:cNvPr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>
              <a:extLst>
                <a:ext uri="{FF2B5EF4-FFF2-40B4-BE49-F238E27FC236}">
                  <a16:creationId xmlns:a16="http://schemas.microsoft.com/office/drawing/2014/main" id="{14B9733F-EAD3-C3E4-0A40-72E26CD60C30}"/>
                </a:ext>
              </a:extLst>
            </p:cNvPr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>
              <a:extLst>
                <a:ext uri="{FF2B5EF4-FFF2-40B4-BE49-F238E27FC236}">
                  <a16:creationId xmlns:a16="http://schemas.microsoft.com/office/drawing/2014/main" id="{6EADA624-DDC3-94B7-3060-C1504EE48250}"/>
                </a:ext>
              </a:extLst>
            </p:cNvPr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>
              <a:extLst>
                <a:ext uri="{FF2B5EF4-FFF2-40B4-BE49-F238E27FC236}">
                  <a16:creationId xmlns:a16="http://schemas.microsoft.com/office/drawing/2014/main" id="{68FD465A-CF66-F4C6-43CA-A502EEAB5237}"/>
                </a:ext>
              </a:extLst>
            </p:cNvPr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>
              <a:extLst>
                <a:ext uri="{FF2B5EF4-FFF2-40B4-BE49-F238E27FC236}">
                  <a16:creationId xmlns:a16="http://schemas.microsoft.com/office/drawing/2014/main" id="{8610C5D1-34A5-BEA0-A279-915006399A29}"/>
                </a:ext>
              </a:extLst>
            </p:cNvPr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>
              <a:extLst>
                <a:ext uri="{FF2B5EF4-FFF2-40B4-BE49-F238E27FC236}">
                  <a16:creationId xmlns:a16="http://schemas.microsoft.com/office/drawing/2014/main" id="{7554A923-19C1-B6E8-D1B4-957F6ABCF3BC}"/>
                </a:ext>
              </a:extLst>
            </p:cNvPr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>
              <a:extLst>
                <a:ext uri="{FF2B5EF4-FFF2-40B4-BE49-F238E27FC236}">
                  <a16:creationId xmlns:a16="http://schemas.microsoft.com/office/drawing/2014/main" id="{535C8188-F864-6034-10AF-0A944B31F735}"/>
                </a:ext>
              </a:extLst>
            </p:cNvPr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>
              <a:extLst>
                <a:ext uri="{FF2B5EF4-FFF2-40B4-BE49-F238E27FC236}">
                  <a16:creationId xmlns:a16="http://schemas.microsoft.com/office/drawing/2014/main" id="{A5ABA121-015C-4A41-98B5-4C86E89A426A}"/>
                </a:ext>
              </a:extLst>
            </p:cNvPr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>
              <a:extLst>
                <a:ext uri="{FF2B5EF4-FFF2-40B4-BE49-F238E27FC236}">
                  <a16:creationId xmlns:a16="http://schemas.microsoft.com/office/drawing/2014/main" id="{CB8BBEA9-A3A5-AC78-8E90-633AB9C29F66}"/>
                </a:ext>
              </a:extLst>
            </p:cNvPr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>
              <a:extLst>
                <a:ext uri="{FF2B5EF4-FFF2-40B4-BE49-F238E27FC236}">
                  <a16:creationId xmlns:a16="http://schemas.microsoft.com/office/drawing/2014/main" id="{7DFF2E0F-EE42-36B6-6EFF-ADF03B124C21}"/>
                </a:ext>
              </a:extLst>
            </p:cNvPr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>
              <a:extLst>
                <a:ext uri="{FF2B5EF4-FFF2-40B4-BE49-F238E27FC236}">
                  <a16:creationId xmlns:a16="http://schemas.microsoft.com/office/drawing/2014/main" id="{579FCADF-D869-967D-D29F-61548F2AF2F6}"/>
                </a:ext>
              </a:extLst>
            </p:cNvPr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>
              <a:extLst>
                <a:ext uri="{FF2B5EF4-FFF2-40B4-BE49-F238E27FC236}">
                  <a16:creationId xmlns:a16="http://schemas.microsoft.com/office/drawing/2014/main" id="{D1D1A34B-BEF8-7E09-D7A7-AE33C3FB1600}"/>
                </a:ext>
              </a:extLst>
            </p:cNvPr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>
              <a:extLst>
                <a:ext uri="{FF2B5EF4-FFF2-40B4-BE49-F238E27FC236}">
                  <a16:creationId xmlns:a16="http://schemas.microsoft.com/office/drawing/2014/main" id="{E0F8D44C-5F15-D98D-43F9-15FD19F75D8F}"/>
                </a:ext>
              </a:extLst>
            </p:cNvPr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>
              <a:extLst>
                <a:ext uri="{FF2B5EF4-FFF2-40B4-BE49-F238E27FC236}">
                  <a16:creationId xmlns:a16="http://schemas.microsoft.com/office/drawing/2014/main" id="{1041ACD9-E4CC-C799-B735-A41C1F40972B}"/>
                </a:ext>
              </a:extLst>
            </p:cNvPr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>
              <a:extLst>
                <a:ext uri="{FF2B5EF4-FFF2-40B4-BE49-F238E27FC236}">
                  <a16:creationId xmlns:a16="http://schemas.microsoft.com/office/drawing/2014/main" id="{A91E147B-3855-E14C-B95B-1D71F0DA3ED9}"/>
                </a:ext>
              </a:extLst>
            </p:cNvPr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>
              <a:extLst>
                <a:ext uri="{FF2B5EF4-FFF2-40B4-BE49-F238E27FC236}">
                  <a16:creationId xmlns:a16="http://schemas.microsoft.com/office/drawing/2014/main" id="{BA87C1C8-B0B9-6A96-6A6E-211AE640AA38}"/>
                </a:ext>
              </a:extLst>
            </p:cNvPr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>
              <a:extLst>
                <a:ext uri="{FF2B5EF4-FFF2-40B4-BE49-F238E27FC236}">
                  <a16:creationId xmlns:a16="http://schemas.microsoft.com/office/drawing/2014/main" id="{619C1E5A-5BB0-059F-2452-83F44DFA96A0}"/>
                </a:ext>
              </a:extLst>
            </p:cNvPr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>
              <a:extLst>
                <a:ext uri="{FF2B5EF4-FFF2-40B4-BE49-F238E27FC236}">
                  <a16:creationId xmlns:a16="http://schemas.microsoft.com/office/drawing/2014/main" id="{B8542383-60C2-BB6B-EBCA-A0EDF70CD938}"/>
                </a:ext>
              </a:extLst>
            </p:cNvPr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>
              <a:extLst>
                <a:ext uri="{FF2B5EF4-FFF2-40B4-BE49-F238E27FC236}">
                  <a16:creationId xmlns:a16="http://schemas.microsoft.com/office/drawing/2014/main" id="{282C8456-99C7-6CE0-F1AC-328CC35CB58B}"/>
                </a:ext>
              </a:extLst>
            </p:cNvPr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>
              <a:extLst>
                <a:ext uri="{FF2B5EF4-FFF2-40B4-BE49-F238E27FC236}">
                  <a16:creationId xmlns:a16="http://schemas.microsoft.com/office/drawing/2014/main" id="{1EC720A1-8463-5030-2849-48F667E82CCB}"/>
                </a:ext>
              </a:extLst>
            </p:cNvPr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>
              <a:extLst>
                <a:ext uri="{FF2B5EF4-FFF2-40B4-BE49-F238E27FC236}">
                  <a16:creationId xmlns:a16="http://schemas.microsoft.com/office/drawing/2014/main" id="{B33F30EA-50BB-5247-8390-11DA34149979}"/>
                </a:ext>
              </a:extLst>
            </p:cNvPr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>
              <a:extLst>
                <a:ext uri="{FF2B5EF4-FFF2-40B4-BE49-F238E27FC236}">
                  <a16:creationId xmlns:a16="http://schemas.microsoft.com/office/drawing/2014/main" id="{C1202F3F-59D9-6FC4-1B92-C71373D848B1}"/>
                </a:ext>
              </a:extLst>
            </p:cNvPr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>
              <a:extLst>
                <a:ext uri="{FF2B5EF4-FFF2-40B4-BE49-F238E27FC236}">
                  <a16:creationId xmlns:a16="http://schemas.microsoft.com/office/drawing/2014/main" id="{B0196D67-6864-315B-B3F4-922C7E3CB81F}"/>
                </a:ext>
              </a:extLst>
            </p:cNvPr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>
              <a:extLst>
                <a:ext uri="{FF2B5EF4-FFF2-40B4-BE49-F238E27FC236}">
                  <a16:creationId xmlns:a16="http://schemas.microsoft.com/office/drawing/2014/main" id="{F37562F5-448F-228C-4D4C-F1AD06CD9899}"/>
                </a:ext>
              </a:extLst>
            </p:cNvPr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>
              <a:extLst>
                <a:ext uri="{FF2B5EF4-FFF2-40B4-BE49-F238E27FC236}">
                  <a16:creationId xmlns:a16="http://schemas.microsoft.com/office/drawing/2014/main" id="{65820BE4-4541-7E77-D927-36CBF310DE95}"/>
                </a:ext>
              </a:extLst>
            </p:cNvPr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>
              <a:extLst>
                <a:ext uri="{FF2B5EF4-FFF2-40B4-BE49-F238E27FC236}">
                  <a16:creationId xmlns:a16="http://schemas.microsoft.com/office/drawing/2014/main" id="{2E3EBE0C-F643-2A79-79FB-CC471FA3017C}"/>
                </a:ext>
              </a:extLst>
            </p:cNvPr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>
              <a:extLst>
                <a:ext uri="{FF2B5EF4-FFF2-40B4-BE49-F238E27FC236}">
                  <a16:creationId xmlns:a16="http://schemas.microsoft.com/office/drawing/2014/main" id="{2D4FC9A2-1EE2-C78A-84D8-D01675E3D55E}"/>
                </a:ext>
              </a:extLst>
            </p:cNvPr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>
              <a:extLst>
                <a:ext uri="{FF2B5EF4-FFF2-40B4-BE49-F238E27FC236}">
                  <a16:creationId xmlns:a16="http://schemas.microsoft.com/office/drawing/2014/main" id="{72A5A7A6-3316-4392-BCEC-2284A8439001}"/>
                </a:ext>
              </a:extLst>
            </p:cNvPr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>
              <a:extLst>
                <a:ext uri="{FF2B5EF4-FFF2-40B4-BE49-F238E27FC236}">
                  <a16:creationId xmlns:a16="http://schemas.microsoft.com/office/drawing/2014/main" id="{AF6E403E-FBD5-F0FD-5AB6-42CBCC4925B9}"/>
                </a:ext>
              </a:extLst>
            </p:cNvPr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>
              <a:extLst>
                <a:ext uri="{FF2B5EF4-FFF2-40B4-BE49-F238E27FC236}">
                  <a16:creationId xmlns:a16="http://schemas.microsoft.com/office/drawing/2014/main" id="{3E05A2FE-93F9-0F5D-7935-96AD3C641DF7}"/>
                </a:ext>
              </a:extLst>
            </p:cNvPr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>
              <a:extLst>
                <a:ext uri="{FF2B5EF4-FFF2-40B4-BE49-F238E27FC236}">
                  <a16:creationId xmlns:a16="http://schemas.microsoft.com/office/drawing/2014/main" id="{247D2204-2687-0C94-539F-B7EBBF9A5EE0}"/>
                </a:ext>
              </a:extLst>
            </p:cNvPr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>
              <a:extLst>
                <a:ext uri="{FF2B5EF4-FFF2-40B4-BE49-F238E27FC236}">
                  <a16:creationId xmlns:a16="http://schemas.microsoft.com/office/drawing/2014/main" id="{E58F0070-3FC0-CE65-A5C6-7F19323E0627}"/>
                </a:ext>
              </a:extLst>
            </p:cNvPr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>
              <a:extLst>
                <a:ext uri="{FF2B5EF4-FFF2-40B4-BE49-F238E27FC236}">
                  <a16:creationId xmlns:a16="http://schemas.microsoft.com/office/drawing/2014/main" id="{97D892B3-A969-AEB2-2943-2F2A504B33CE}"/>
                </a:ext>
              </a:extLst>
            </p:cNvPr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>
              <a:extLst>
                <a:ext uri="{FF2B5EF4-FFF2-40B4-BE49-F238E27FC236}">
                  <a16:creationId xmlns:a16="http://schemas.microsoft.com/office/drawing/2014/main" id="{B4B23E84-359D-3814-922E-FF99F6BF1523}"/>
                </a:ext>
              </a:extLst>
            </p:cNvPr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>
              <a:extLst>
                <a:ext uri="{FF2B5EF4-FFF2-40B4-BE49-F238E27FC236}">
                  <a16:creationId xmlns:a16="http://schemas.microsoft.com/office/drawing/2014/main" id="{32CF680D-9D41-F593-BEBA-E80FCF8CBA0B}"/>
                </a:ext>
              </a:extLst>
            </p:cNvPr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>
              <a:extLst>
                <a:ext uri="{FF2B5EF4-FFF2-40B4-BE49-F238E27FC236}">
                  <a16:creationId xmlns:a16="http://schemas.microsoft.com/office/drawing/2014/main" id="{C2356956-D877-DDFD-03A6-F57E1C124904}"/>
                </a:ext>
              </a:extLst>
            </p:cNvPr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>
              <a:extLst>
                <a:ext uri="{FF2B5EF4-FFF2-40B4-BE49-F238E27FC236}">
                  <a16:creationId xmlns:a16="http://schemas.microsoft.com/office/drawing/2014/main" id="{68B44430-66D6-5D58-6C2B-FBD235F526A2}"/>
                </a:ext>
              </a:extLst>
            </p:cNvPr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>
              <a:extLst>
                <a:ext uri="{FF2B5EF4-FFF2-40B4-BE49-F238E27FC236}">
                  <a16:creationId xmlns:a16="http://schemas.microsoft.com/office/drawing/2014/main" id="{23671557-4B16-8B7A-D0BB-5DE18C668363}"/>
                </a:ext>
              </a:extLst>
            </p:cNvPr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>
              <a:extLst>
                <a:ext uri="{FF2B5EF4-FFF2-40B4-BE49-F238E27FC236}">
                  <a16:creationId xmlns:a16="http://schemas.microsoft.com/office/drawing/2014/main" id="{5409DDF4-3CA7-C074-787C-98273522AA4C}"/>
                </a:ext>
              </a:extLst>
            </p:cNvPr>
            <p:cNvSpPr/>
            <p:nvPr/>
          </p:nvSpPr>
          <p:spPr>
            <a:xfrm rot="18780000">
              <a:off x="18140" y="280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>
              <a:extLst>
                <a:ext uri="{FF2B5EF4-FFF2-40B4-BE49-F238E27FC236}">
                  <a16:creationId xmlns:a16="http://schemas.microsoft.com/office/drawing/2014/main" id="{4D6D5BDA-FDBE-E048-5E71-06C84DAEF24C}"/>
                </a:ext>
              </a:extLst>
            </p:cNvPr>
            <p:cNvSpPr/>
            <p:nvPr/>
          </p:nvSpPr>
          <p:spPr>
            <a:xfrm>
              <a:off x="17782" y="18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>
              <a:extLst>
                <a:ext uri="{FF2B5EF4-FFF2-40B4-BE49-F238E27FC236}">
                  <a16:creationId xmlns:a16="http://schemas.microsoft.com/office/drawing/2014/main" id="{0CACEE16-8AEE-FC41-F34E-D03ACC5D6B79}"/>
                </a:ext>
              </a:extLst>
            </p:cNvPr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>
              <a:extLst>
                <a:ext uri="{FF2B5EF4-FFF2-40B4-BE49-F238E27FC236}">
                  <a16:creationId xmlns:a16="http://schemas.microsoft.com/office/drawing/2014/main" id="{29E79E5F-E7BF-0499-02EA-AFE8DE078610}"/>
                </a:ext>
              </a:extLst>
            </p:cNvPr>
            <p:cNvSpPr/>
            <p:nvPr/>
          </p:nvSpPr>
          <p:spPr>
            <a:xfrm rot="18840000">
              <a:off x="17011" y="407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>
              <a:extLst>
                <a:ext uri="{FF2B5EF4-FFF2-40B4-BE49-F238E27FC236}">
                  <a16:creationId xmlns:a16="http://schemas.microsoft.com/office/drawing/2014/main" id="{5B307456-4F8F-F99A-F281-8ED7EF5D72D5}"/>
                </a:ext>
              </a:extLst>
            </p:cNvPr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>
              <a:extLst>
                <a:ext uri="{FF2B5EF4-FFF2-40B4-BE49-F238E27FC236}">
                  <a16:creationId xmlns:a16="http://schemas.microsoft.com/office/drawing/2014/main" id="{9913DF5F-FE6A-3568-0274-8B97A8F6E42F}"/>
                </a:ext>
              </a:extLst>
            </p:cNvPr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9" name="标签">
              <a:extLst>
                <a:ext uri="{FF2B5EF4-FFF2-40B4-BE49-F238E27FC236}">
                  <a16:creationId xmlns:a16="http://schemas.microsoft.com/office/drawing/2014/main" id="{5BEC7B32-D031-350D-94B9-48FFD64CC8EA}"/>
                </a:ext>
              </a:extLst>
            </p:cNvPr>
            <p:cNvSpPr/>
            <p:nvPr/>
          </p:nvSpPr>
          <p:spPr>
            <a:xfrm rot="18480000">
              <a:off x="14590" y="572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10" name="标签">
              <a:extLst>
                <a:ext uri="{FF2B5EF4-FFF2-40B4-BE49-F238E27FC236}">
                  <a16:creationId xmlns:a16="http://schemas.microsoft.com/office/drawing/2014/main" id="{944B7141-8C21-0EE5-6A55-01D61BF62325}"/>
                </a:ext>
              </a:extLst>
            </p:cNvPr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>
              <a:extLst>
                <a:ext uri="{FF2B5EF4-FFF2-40B4-BE49-F238E27FC236}">
                  <a16:creationId xmlns:a16="http://schemas.microsoft.com/office/drawing/2014/main" id="{28B0FA08-DFAE-7F0B-E8C5-5789DA4CC2EF}"/>
                </a:ext>
              </a:extLst>
            </p:cNvPr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>
              <a:extLst>
                <a:ext uri="{FF2B5EF4-FFF2-40B4-BE49-F238E27FC236}">
                  <a16:creationId xmlns:a16="http://schemas.microsoft.com/office/drawing/2014/main" id="{43590ABA-C57E-83B6-855F-88507078F40F}"/>
                </a:ext>
              </a:extLst>
            </p:cNvPr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>
              <a:extLst>
                <a:ext uri="{FF2B5EF4-FFF2-40B4-BE49-F238E27FC236}">
                  <a16:creationId xmlns:a16="http://schemas.microsoft.com/office/drawing/2014/main" id="{B1637D43-CCD7-3D63-27D3-84C0CACBB9CB}"/>
                </a:ext>
              </a:extLst>
            </p:cNvPr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>
              <a:extLst>
                <a:ext uri="{FF2B5EF4-FFF2-40B4-BE49-F238E27FC236}">
                  <a16:creationId xmlns:a16="http://schemas.microsoft.com/office/drawing/2014/main" id="{9B6AEB7F-0B2F-2205-04F9-CEF2BB87FB3E}"/>
                </a:ext>
              </a:extLst>
            </p:cNvPr>
            <p:cNvSpPr/>
            <p:nvPr/>
          </p:nvSpPr>
          <p:spPr>
            <a:xfrm rot="19800000">
              <a:off x="4144" y="635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15" name="标签">
              <a:extLst>
                <a:ext uri="{FF2B5EF4-FFF2-40B4-BE49-F238E27FC236}">
                  <a16:creationId xmlns:a16="http://schemas.microsoft.com/office/drawing/2014/main" id="{5A64D52F-CBD1-A35A-3FF3-7225EFE5790C}"/>
                </a:ext>
              </a:extLst>
            </p:cNvPr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6" name="标签">
              <a:extLst>
                <a:ext uri="{FF2B5EF4-FFF2-40B4-BE49-F238E27FC236}">
                  <a16:creationId xmlns:a16="http://schemas.microsoft.com/office/drawing/2014/main" id="{3B20F368-019B-4582-703E-D676B8877436}"/>
                </a:ext>
              </a:extLst>
            </p:cNvPr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>
              <a:extLst>
                <a:ext uri="{FF2B5EF4-FFF2-40B4-BE49-F238E27FC236}">
                  <a16:creationId xmlns:a16="http://schemas.microsoft.com/office/drawing/2014/main" id="{E993A489-020A-AD14-4FDD-CF6E0445B3D5}"/>
                </a:ext>
              </a:extLst>
            </p:cNvPr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>
              <a:extLst>
                <a:ext uri="{FF2B5EF4-FFF2-40B4-BE49-F238E27FC236}">
                  <a16:creationId xmlns:a16="http://schemas.microsoft.com/office/drawing/2014/main" id="{DE36FDBF-D4D4-A59F-FE9E-31A37C9B81C8}"/>
                </a:ext>
              </a:extLst>
            </p:cNvPr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>
              <a:extLst>
                <a:ext uri="{FF2B5EF4-FFF2-40B4-BE49-F238E27FC236}">
                  <a16:creationId xmlns:a16="http://schemas.microsoft.com/office/drawing/2014/main" id="{FD7128BF-22C7-AFA6-2F8B-47C22097936E}"/>
                </a:ext>
              </a:extLst>
            </p:cNvPr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>
              <a:extLst>
                <a:ext uri="{FF2B5EF4-FFF2-40B4-BE49-F238E27FC236}">
                  <a16:creationId xmlns:a16="http://schemas.microsoft.com/office/drawing/2014/main" id="{6FC490AB-F4F6-E2EA-5471-E566D2AB6AEE}"/>
                </a:ext>
              </a:extLst>
            </p:cNvPr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>
              <a:extLst>
                <a:ext uri="{FF2B5EF4-FFF2-40B4-BE49-F238E27FC236}">
                  <a16:creationId xmlns:a16="http://schemas.microsoft.com/office/drawing/2014/main" id="{A244F7A7-AFC3-5E26-1C00-B9170F80E2AF}"/>
                </a:ext>
              </a:extLst>
            </p:cNvPr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>
              <a:extLst>
                <a:ext uri="{FF2B5EF4-FFF2-40B4-BE49-F238E27FC236}">
                  <a16:creationId xmlns:a16="http://schemas.microsoft.com/office/drawing/2014/main" id="{D0E9C65F-BB98-64C8-5308-C7E67F1C50C8}"/>
                </a:ext>
              </a:extLst>
            </p:cNvPr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>
              <a:extLst>
                <a:ext uri="{FF2B5EF4-FFF2-40B4-BE49-F238E27FC236}">
                  <a16:creationId xmlns:a16="http://schemas.microsoft.com/office/drawing/2014/main" id="{AAC9C711-A7F9-4F50-E2BC-3AA21C59DBAE}"/>
                </a:ext>
              </a:extLst>
            </p:cNvPr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>
              <a:extLst>
                <a:ext uri="{FF2B5EF4-FFF2-40B4-BE49-F238E27FC236}">
                  <a16:creationId xmlns:a16="http://schemas.microsoft.com/office/drawing/2014/main" id="{CEC7061C-9D2D-C4C7-A70D-C571B39271A6}"/>
                </a:ext>
              </a:extLst>
            </p:cNvPr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>
              <a:extLst>
                <a:ext uri="{FF2B5EF4-FFF2-40B4-BE49-F238E27FC236}">
                  <a16:creationId xmlns:a16="http://schemas.microsoft.com/office/drawing/2014/main" id="{AC36E56A-AFE4-220F-692E-F9BB2AC52E67}"/>
                </a:ext>
              </a:extLst>
            </p:cNvPr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6" name="标签">
              <a:extLst>
                <a:ext uri="{FF2B5EF4-FFF2-40B4-BE49-F238E27FC236}">
                  <a16:creationId xmlns:a16="http://schemas.microsoft.com/office/drawing/2014/main" id="{A4098091-52CC-83FA-CD1E-E4001CF4A67E}"/>
                </a:ext>
              </a:extLst>
            </p:cNvPr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>
              <a:extLst>
                <a:ext uri="{FF2B5EF4-FFF2-40B4-BE49-F238E27FC236}">
                  <a16:creationId xmlns:a16="http://schemas.microsoft.com/office/drawing/2014/main" id="{B98CCE4F-82D3-EA27-C000-B61FF8334079}"/>
                </a:ext>
              </a:extLst>
            </p:cNvPr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8" name="标签">
              <a:extLst>
                <a:ext uri="{FF2B5EF4-FFF2-40B4-BE49-F238E27FC236}">
                  <a16:creationId xmlns:a16="http://schemas.microsoft.com/office/drawing/2014/main" id="{BBFF9E52-03CC-6426-DE56-059AE81C0D4E}"/>
                </a:ext>
              </a:extLst>
            </p:cNvPr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9" name="标签">
              <a:extLst>
                <a:ext uri="{FF2B5EF4-FFF2-40B4-BE49-F238E27FC236}">
                  <a16:creationId xmlns:a16="http://schemas.microsoft.com/office/drawing/2014/main" id="{20D3A8DF-1E20-16F2-C663-B4B574841D6D}"/>
                </a:ext>
              </a:extLst>
            </p:cNvPr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30" name="标签">
              <a:extLst>
                <a:ext uri="{FF2B5EF4-FFF2-40B4-BE49-F238E27FC236}">
                  <a16:creationId xmlns:a16="http://schemas.microsoft.com/office/drawing/2014/main" id="{C5CB2927-2AB1-A1AB-CFC1-B8FB870676EA}"/>
                </a:ext>
              </a:extLst>
            </p:cNvPr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>
              <a:extLst>
                <a:ext uri="{FF2B5EF4-FFF2-40B4-BE49-F238E27FC236}">
                  <a16:creationId xmlns:a16="http://schemas.microsoft.com/office/drawing/2014/main" id="{DFDB17D9-25C6-6C42-3112-554D25414BF9}"/>
                </a:ext>
              </a:extLst>
            </p:cNvPr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>
              <a:extLst>
                <a:ext uri="{FF2B5EF4-FFF2-40B4-BE49-F238E27FC236}">
                  <a16:creationId xmlns:a16="http://schemas.microsoft.com/office/drawing/2014/main" id="{8C23BE1D-5D1C-3CE7-B402-40CA6429B77B}"/>
                </a:ext>
              </a:extLst>
            </p:cNvPr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>
              <a:extLst>
                <a:ext uri="{FF2B5EF4-FFF2-40B4-BE49-F238E27FC236}">
                  <a16:creationId xmlns:a16="http://schemas.microsoft.com/office/drawing/2014/main" id="{65F4F28F-A304-228F-D037-301CBAF187D1}"/>
                </a:ext>
              </a:extLst>
            </p:cNvPr>
            <p:cNvSpPr/>
            <p:nvPr/>
          </p:nvSpPr>
          <p:spPr>
            <a:xfrm>
              <a:off x="11957" y="8169"/>
              <a:ext cx="3689" cy="177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960F0FAF-3B46-8031-C7D3-80DE19385C59}"/>
                </a:ext>
              </a:extLst>
            </p:cNvPr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0CBE86C3-7A74-F557-3D1F-AF051A5B928B}"/>
                </a:ext>
              </a:extLst>
            </p:cNvPr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71389D13-550F-1711-25CE-4B3378DD885A}"/>
                </a:ext>
              </a:extLst>
            </p:cNvPr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51D3F135-2C75-26FD-6193-B5C07869C797}"/>
                </a:ext>
              </a:extLst>
            </p:cNvPr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F9E64A4E-9A46-03E8-2048-87DC9A4AB257}"/>
                </a:ext>
              </a:extLst>
            </p:cNvPr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>
              <a:extLst>
                <a:ext uri="{FF2B5EF4-FFF2-40B4-BE49-F238E27FC236}">
                  <a16:creationId xmlns:a16="http://schemas.microsoft.com/office/drawing/2014/main" id="{415572BF-EDAC-C83A-3F5C-344BDC5F04E3}"/>
                </a:ext>
              </a:extLst>
            </p:cNvPr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>
              <a:extLst>
                <a:ext uri="{FF2B5EF4-FFF2-40B4-BE49-F238E27FC236}">
                  <a16:creationId xmlns:a16="http://schemas.microsoft.com/office/drawing/2014/main" id="{1B8B972E-D8C3-ABFA-358A-74B637B22D2C}"/>
                </a:ext>
              </a:extLst>
            </p:cNvPr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>
              <a:extLst>
                <a:ext uri="{FF2B5EF4-FFF2-40B4-BE49-F238E27FC236}">
                  <a16:creationId xmlns:a16="http://schemas.microsoft.com/office/drawing/2014/main" id="{AC534AE1-40C2-A9EF-6327-1B09EAC3862A}"/>
                </a:ext>
              </a:extLst>
            </p:cNvPr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>
              <a:extLst>
                <a:ext uri="{FF2B5EF4-FFF2-40B4-BE49-F238E27FC236}">
                  <a16:creationId xmlns:a16="http://schemas.microsoft.com/office/drawing/2014/main" id="{6C9BAF50-5AE9-1FEB-27D1-DAAD9CDC6AAE}"/>
                </a:ext>
              </a:extLst>
            </p:cNvPr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>
              <a:extLst>
                <a:ext uri="{FF2B5EF4-FFF2-40B4-BE49-F238E27FC236}">
                  <a16:creationId xmlns:a16="http://schemas.microsoft.com/office/drawing/2014/main" id="{66BAE340-3F46-FC7D-DD22-58919EFD4D05}"/>
                </a:ext>
              </a:extLst>
            </p:cNvPr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>
              <a:extLst>
                <a:ext uri="{FF2B5EF4-FFF2-40B4-BE49-F238E27FC236}">
                  <a16:creationId xmlns:a16="http://schemas.microsoft.com/office/drawing/2014/main" id="{F5852FAD-97DC-548E-48CE-12222C31DA32}"/>
                </a:ext>
              </a:extLst>
            </p:cNvPr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>
              <a:extLst>
                <a:ext uri="{FF2B5EF4-FFF2-40B4-BE49-F238E27FC236}">
                  <a16:creationId xmlns:a16="http://schemas.microsoft.com/office/drawing/2014/main" id="{038A5C97-6067-29F3-21FD-C38794A9F41F}"/>
                </a:ext>
              </a:extLst>
            </p:cNvPr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>
              <a:extLst>
                <a:ext uri="{FF2B5EF4-FFF2-40B4-BE49-F238E27FC236}">
                  <a16:creationId xmlns:a16="http://schemas.microsoft.com/office/drawing/2014/main" id="{BC5F79EE-D1F4-5E37-6D74-BE8F14151B25}"/>
                </a:ext>
              </a:extLst>
            </p:cNvPr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>
              <a:extLst>
                <a:ext uri="{FF2B5EF4-FFF2-40B4-BE49-F238E27FC236}">
                  <a16:creationId xmlns:a16="http://schemas.microsoft.com/office/drawing/2014/main" id="{1FF36A43-0534-4555-5292-971899073097}"/>
                </a:ext>
              </a:extLst>
            </p:cNvPr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>
              <a:extLst>
                <a:ext uri="{FF2B5EF4-FFF2-40B4-BE49-F238E27FC236}">
                  <a16:creationId xmlns:a16="http://schemas.microsoft.com/office/drawing/2014/main" id="{7191AE4F-45F0-86AB-5288-615515DF49A2}"/>
                </a:ext>
              </a:extLst>
            </p:cNvPr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>
              <a:extLst>
                <a:ext uri="{FF2B5EF4-FFF2-40B4-BE49-F238E27FC236}">
                  <a16:creationId xmlns:a16="http://schemas.microsoft.com/office/drawing/2014/main" id="{B6757176-3FB7-2656-8DD8-41E711B88879}"/>
                </a:ext>
              </a:extLst>
            </p:cNvPr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>
              <a:extLst>
                <a:ext uri="{FF2B5EF4-FFF2-40B4-BE49-F238E27FC236}">
                  <a16:creationId xmlns:a16="http://schemas.microsoft.com/office/drawing/2014/main" id="{00C78897-2D87-346D-BE82-8CE6E5903368}"/>
                </a:ext>
              </a:extLst>
            </p:cNvPr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>
              <a:extLst>
                <a:ext uri="{FF2B5EF4-FFF2-40B4-BE49-F238E27FC236}">
                  <a16:creationId xmlns:a16="http://schemas.microsoft.com/office/drawing/2014/main" id="{88CEFF87-39B6-691E-0324-337303F6314A}"/>
                </a:ext>
              </a:extLst>
            </p:cNvPr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>
              <a:extLst>
                <a:ext uri="{FF2B5EF4-FFF2-40B4-BE49-F238E27FC236}">
                  <a16:creationId xmlns:a16="http://schemas.microsoft.com/office/drawing/2014/main" id="{1179ACD6-D210-EC72-C30E-724B364C8A1E}"/>
                </a:ext>
              </a:extLst>
            </p:cNvPr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>
              <a:extLst>
                <a:ext uri="{FF2B5EF4-FFF2-40B4-BE49-F238E27FC236}">
                  <a16:creationId xmlns:a16="http://schemas.microsoft.com/office/drawing/2014/main" id="{9702EF6D-F200-831E-A2B1-900443758659}"/>
                </a:ext>
              </a:extLst>
            </p:cNvPr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>
              <a:extLst>
                <a:ext uri="{FF2B5EF4-FFF2-40B4-BE49-F238E27FC236}">
                  <a16:creationId xmlns:a16="http://schemas.microsoft.com/office/drawing/2014/main" id="{A644DFD7-5657-0328-EA55-F18D73A03D94}"/>
                </a:ext>
              </a:extLst>
            </p:cNvPr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>
              <a:extLst>
                <a:ext uri="{FF2B5EF4-FFF2-40B4-BE49-F238E27FC236}">
                  <a16:creationId xmlns:a16="http://schemas.microsoft.com/office/drawing/2014/main" id="{FEF03F83-2576-CAAC-B6E3-1026BD139421}"/>
                </a:ext>
              </a:extLst>
            </p:cNvPr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>
              <a:extLst>
                <a:ext uri="{FF2B5EF4-FFF2-40B4-BE49-F238E27FC236}">
                  <a16:creationId xmlns:a16="http://schemas.microsoft.com/office/drawing/2014/main" id="{8A2169A7-92E5-5CBC-2564-DC1B665C30C4}"/>
                </a:ext>
              </a:extLst>
            </p:cNvPr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>
              <a:extLst>
                <a:ext uri="{FF2B5EF4-FFF2-40B4-BE49-F238E27FC236}">
                  <a16:creationId xmlns:a16="http://schemas.microsoft.com/office/drawing/2014/main" id="{FE0FD2F0-56DD-C9DA-5EFF-F3C3FF2FCCC0}"/>
                </a:ext>
              </a:extLst>
            </p:cNvPr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>
              <a:extLst>
                <a:ext uri="{FF2B5EF4-FFF2-40B4-BE49-F238E27FC236}">
                  <a16:creationId xmlns:a16="http://schemas.microsoft.com/office/drawing/2014/main" id="{6D448C27-266B-59FF-8432-C12010E86E8E}"/>
                </a:ext>
              </a:extLst>
            </p:cNvPr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>
              <a:extLst>
                <a:ext uri="{FF2B5EF4-FFF2-40B4-BE49-F238E27FC236}">
                  <a16:creationId xmlns:a16="http://schemas.microsoft.com/office/drawing/2014/main" id="{5B59D14F-CD2B-3047-4E01-2FBB2B6BCFB5}"/>
                </a:ext>
              </a:extLst>
            </p:cNvPr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>
              <a:extLst>
                <a:ext uri="{FF2B5EF4-FFF2-40B4-BE49-F238E27FC236}">
                  <a16:creationId xmlns:a16="http://schemas.microsoft.com/office/drawing/2014/main" id="{1D040BED-04C9-DD82-7EF6-7073E51C7E3D}"/>
                </a:ext>
              </a:extLst>
            </p:cNvPr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>
              <a:extLst>
                <a:ext uri="{FF2B5EF4-FFF2-40B4-BE49-F238E27FC236}">
                  <a16:creationId xmlns:a16="http://schemas.microsoft.com/office/drawing/2014/main" id="{302878D2-5A3E-07B2-FF73-33FCCB31BF15}"/>
                </a:ext>
              </a:extLst>
            </p:cNvPr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>
              <a:extLst>
                <a:ext uri="{FF2B5EF4-FFF2-40B4-BE49-F238E27FC236}">
                  <a16:creationId xmlns:a16="http://schemas.microsoft.com/office/drawing/2014/main" id="{9C83F438-FA65-E4B9-20B5-C21899B2DC02}"/>
                </a:ext>
              </a:extLst>
            </p:cNvPr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>
              <a:extLst>
                <a:ext uri="{FF2B5EF4-FFF2-40B4-BE49-F238E27FC236}">
                  <a16:creationId xmlns:a16="http://schemas.microsoft.com/office/drawing/2014/main" id="{3FE41D13-BF6E-25E5-A84A-D1F310104A1E}"/>
                </a:ext>
              </a:extLst>
            </p:cNvPr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>
              <a:extLst>
                <a:ext uri="{FF2B5EF4-FFF2-40B4-BE49-F238E27FC236}">
                  <a16:creationId xmlns:a16="http://schemas.microsoft.com/office/drawing/2014/main" id="{4EB2B2B6-990A-C97F-3D8A-29C73627596C}"/>
                </a:ext>
              </a:extLst>
            </p:cNvPr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>
              <a:extLst>
                <a:ext uri="{FF2B5EF4-FFF2-40B4-BE49-F238E27FC236}">
                  <a16:creationId xmlns:a16="http://schemas.microsoft.com/office/drawing/2014/main" id="{7105D4BC-F855-6C54-5E8A-DADBCF53EE51}"/>
                </a:ext>
              </a:extLst>
            </p:cNvPr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>
              <a:extLst>
                <a:ext uri="{FF2B5EF4-FFF2-40B4-BE49-F238E27FC236}">
                  <a16:creationId xmlns:a16="http://schemas.microsoft.com/office/drawing/2014/main" id="{902C5B5D-6760-B998-3300-ABADDA82A362}"/>
                </a:ext>
              </a:extLst>
            </p:cNvPr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>
              <a:extLst>
                <a:ext uri="{FF2B5EF4-FFF2-40B4-BE49-F238E27FC236}">
                  <a16:creationId xmlns:a16="http://schemas.microsoft.com/office/drawing/2014/main" id="{CADE3F5A-9C8E-31D2-9463-BB51D32A4F46}"/>
                </a:ext>
              </a:extLst>
            </p:cNvPr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>
              <a:extLst>
                <a:ext uri="{FF2B5EF4-FFF2-40B4-BE49-F238E27FC236}">
                  <a16:creationId xmlns:a16="http://schemas.microsoft.com/office/drawing/2014/main" id="{023658AA-A6C5-1DCC-CA9A-B96F5526E6AA}"/>
                </a:ext>
              </a:extLst>
            </p:cNvPr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>
              <a:extLst>
                <a:ext uri="{FF2B5EF4-FFF2-40B4-BE49-F238E27FC236}">
                  <a16:creationId xmlns:a16="http://schemas.microsoft.com/office/drawing/2014/main" id="{53AB0AFA-F50E-3ED3-BEBF-BCFE77A7AE1D}"/>
                </a:ext>
              </a:extLst>
            </p:cNvPr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AE163110-E93B-D77E-4A53-484239157457}"/>
                </a:ext>
              </a:extLst>
            </p:cNvPr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>
              <a:extLst>
                <a:ext uri="{FF2B5EF4-FFF2-40B4-BE49-F238E27FC236}">
                  <a16:creationId xmlns:a16="http://schemas.microsoft.com/office/drawing/2014/main" id="{E7CA89A3-08C2-CA78-A501-DAFEF66E0DB9}"/>
                </a:ext>
              </a:extLst>
            </p:cNvPr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>
              <a:extLst>
                <a:ext uri="{FF2B5EF4-FFF2-40B4-BE49-F238E27FC236}">
                  <a16:creationId xmlns:a16="http://schemas.microsoft.com/office/drawing/2014/main" id="{FD63F414-EB5A-C4A5-09AB-5822A4A9EA7B}"/>
                </a:ext>
              </a:extLst>
            </p:cNvPr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>
              <a:extLst>
                <a:ext uri="{FF2B5EF4-FFF2-40B4-BE49-F238E27FC236}">
                  <a16:creationId xmlns:a16="http://schemas.microsoft.com/office/drawing/2014/main" id="{4E00A390-1FFF-62C4-AA1B-CBCBAFCD488C}"/>
                </a:ext>
              </a:extLst>
            </p:cNvPr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4BE7D63E-A496-91DA-D6E7-1BB83E89A0B1}"/>
              </a:ext>
            </a:extLst>
          </p:cNvPr>
          <p:cNvSpPr/>
          <p:nvPr/>
        </p:nvSpPr>
        <p:spPr>
          <a:xfrm>
            <a:off x="19891600" y="134397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FBC69C5A-D047-22FE-D170-76D9B18CC646}"/>
              </a:ext>
            </a:extLst>
          </p:cNvPr>
          <p:cNvSpPr/>
          <p:nvPr/>
        </p:nvSpPr>
        <p:spPr>
          <a:xfrm>
            <a:off x="19590610" y="156114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009309E2-BBF8-0AF1-ABED-7A3AB1BFE28D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E7055F64-0EC3-8B69-6C32-ADF07572E1EA}"/>
              </a:ext>
            </a:extLst>
          </p:cNvPr>
          <p:cNvSpPr/>
          <p:nvPr/>
        </p:nvSpPr>
        <p:spPr>
          <a:xfrm>
            <a:off x="13940209" y="4025207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2BD6FE3E-FEAF-76D4-CD81-C35EAB35257C}"/>
              </a:ext>
            </a:extLst>
          </p:cNvPr>
          <p:cNvSpPr/>
          <p:nvPr/>
        </p:nvSpPr>
        <p:spPr>
          <a:xfrm>
            <a:off x="20197035" y="636537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05CB2A37-3F96-E0B1-0E5D-BC10D83E0449}"/>
              </a:ext>
            </a:extLst>
          </p:cNvPr>
          <p:cNvSpPr/>
          <p:nvPr/>
        </p:nvSpPr>
        <p:spPr>
          <a:xfrm rot="5400000">
            <a:off x="20854721" y="278703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E10B3D0D-D8B8-2C18-F017-1F422F6CCC9D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C6F804E6-CE54-F31F-5B9E-87D0629F6C6B}"/>
              </a:ext>
            </a:extLst>
          </p:cNvPr>
          <p:cNvSpPr/>
          <p:nvPr/>
        </p:nvSpPr>
        <p:spPr>
          <a:xfrm>
            <a:off x="13940209" y="3296854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CF826D3D-599E-ECF3-FD8D-A5E229D1A243}"/>
              </a:ext>
            </a:extLst>
          </p:cNvPr>
          <p:cNvSpPr/>
          <p:nvPr/>
        </p:nvSpPr>
        <p:spPr>
          <a:xfrm rot="20700759">
            <a:off x="7076807" y="546265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88E9D91E-DF08-EACB-C5C3-F252C2A915B7}"/>
              </a:ext>
            </a:extLst>
          </p:cNvPr>
          <p:cNvSpPr/>
          <p:nvPr/>
        </p:nvSpPr>
        <p:spPr>
          <a:xfrm rot="18016365">
            <a:off x="7836768" y="3561352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787A9393-6098-551E-26F3-2945D4ADC2F4}"/>
              </a:ext>
            </a:extLst>
          </p:cNvPr>
          <p:cNvSpPr/>
          <p:nvPr/>
        </p:nvSpPr>
        <p:spPr>
          <a:xfrm rot="19757130">
            <a:off x="7580867" y="5888852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4DD00A8-03BF-E31C-9912-7EAABCE4EDA8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981755A-07F1-1EE6-164D-4B13132EB51F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B921749-AB0F-DCB7-A546-BA0DDC330834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C3C46177-C26E-FADF-CB96-5FF3469AD079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270760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291</TotalTime>
  <Words>561</Words>
  <Application>Microsoft Macintosh PowerPoint</Application>
  <PresentationFormat>自定义</PresentationFormat>
  <Paragraphs>347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ROG</dc:creator>
  <cp:lastModifiedBy>耀淇 胡</cp:lastModifiedBy>
  <cp:revision>32</cp:revision>
  <dcterms:created xsi:type="dcterms:W3CDTF">2025-08-26T16:23:00Z</dcterms:created>
  <dcterms:modified xsi:type="dcterms:W3CDTF">2026-05-12T05:53:02Z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C4EB782AD2324071BB567743AC5FC346_13</vt:lpwstr>
  </property>
  <property fmtid="{D5CDD505-2E9C-101B-9397-08002B2CF9AE}" pid="3" name="KSOProductBuildVer">
    <vt:lpwstr>2052-12.1.0.25225</vt:lpwstr>
  </property>
</Properties>
</file>