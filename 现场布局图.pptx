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56" r:id="rId2"/>
    <p:sldId id="257" r:id="rId3"/>
  </p:sldIdLst>
  <p:sldSz cx="215995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39" autoAdjust="0"/>
    <p:restoredTop sz="94660"/>
  </p:normalViewPr>
  <p:slideViewPr>
    <p:cSldViewPr snapToGrid="0">
      <p:cViewPr>
        <p:scale>
          <a:sx n="228" d="100"/>
          <a:sy n="228" d="100"/>
        </p:scale>
        <p:origin x="-11936" y="-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122363"/>
            <a:ext cx="1619964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3602038"/>
            <a:ext cx="1619964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38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97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709738"/>
            <a:ext cx="1862959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4589464"/>
            <a:ext cx="186295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348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825625"/>
            <a:ext cx="9179798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825625"/>
            <a:ext cx="9179798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78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65126"/>
            <a:ext cx="1862959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681163"/>
            <a:ext cx="91376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2505075"/>
            <a:ext cx="913761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681163"/>
            <a:ext cx="91826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2505075"/>
            <a:ext cx="918261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106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7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153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57200"/>
            <a:ext cx="696640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987426"/>
            <a:ext cx="1093476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057400"/>
            <a:ext cx="696640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107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57200"/>
            <a:ext cx="696640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987426"/>
            <a:ext cx="1093476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057400"/>
            <a:ext cx="696640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209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73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365125"/>
            <a:ext cx="4657398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365125"/>
            <a:ext cx="1370219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30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365126"/>
            <a:ext cx="186295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825625"/>
            <a:ext cx="186295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6356351"/>
            <a:ext cx="48598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0DB7-6E48-4466-B7A9-24611520A472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6356351"/>
            <a:ext cx="7289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6356351"/>
            <a:ext cx="48598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6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页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组合 98"/>
          <p:cNvGrpSpPr/>
          <p:nvPr/>
        </p:nvGrpSpPr>
        <p:grpSpPr>
          <a:xfrm>
            <a:off x="942186" y="-205105"/>
            <a:ext cx="18896965" cy="7268210"/>
            <a:chOff x="-10106" y="-239"/>
            <a:chExt cx="29759" cy="11446"/>
          </a:xfrm>
        </p:grpSpPr>
        <p:grpSp>
          <p:nvGrpSpPr>
            <p:cNvPr id="101" name="组合 100"/>
            <p:cNvGrpSpPr/>
            <p:nvPr/>
          </p:nvGrpSpPr>
          <p:grpSpPr>
            <a:xfrm rot="10800000">
              <a:off x="-4685" y="4180"/>
              <a:ext cx="155" cy="3016"/>
              <a:chOff x="7941925" y="4810856"/>
              <a:chExt cx="98544" cy="1914985"/>
            </a:xfrm>
          </p:grpSpPr>
          <p:grpSp>
            <p:nvGrpSpPr>
              <p:cNvPr id="102" name="组合 101"/>
              <p:cNvGrpSpPr/>
              <p:nvPr/>
            </p:nvGrpSpPr>
            <p:grpSpPr>
              <a:xfrm>
                <a:off x="7941925" y="4810856"/>
                <a:ext cx="98544" cy="391659"/>
                <a:chOff x="7941925" y="4810856"/>
                <a:chExt cx="98544" cy="391659"/>
              </a:xfrm>
            </p:grpSpPr>
            <p:pic>
              <p:nvPicPr>
                <p:cNvPr id="103" name="图片 102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4861399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  <p:pic>
              <p:nvPicPr>
                <p:cNvPr id="104" name="图片 103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5053428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</p:grpSp>
          <p:grpSp>
            <p:nvGrpSpPr>
              <p:cNvPr id="105" name="组合 104"/>
              <p:cNvGrpSpPr/>
              <p:nvPr/>
            </p:nvGrpSpPr>
            <p:grpSpPr>
              <a:xfrm>
                <a:off x="7941925" y="5194914"/>
                <a:ext cx="98544" cy="391659"/>
                <a:chOff x="7941925" y="5194914"/>
                <a:chExt cx="98544" cy="391659"/>
              </a:xfrm>
            </p:grpSpPr>
            <p:pic>
              <p:nvPicPr>
                <p:cNvPr id="106" name="图片 105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5245457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  <p:pic>
              <p:nvPicPr>
                <p:cNvPr id="107" name="图片 106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5437486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</p:grpSp>
          <p:grpSp>
            <p:nvGrpSpPr>
              <p:cNvPr id="108" name="组合 107"/>
              <p:cNvGrpSpPr/>
              <p:nvPr/>
            </p:nvGrpSpPr>
            <p:grpSpPr>
              <a:xfrm>
                <a:off x="7941925" y="5578974"/>
                <a:ext cx="98544" cy="391659"/>
                <a:chOff x="7941925" y="5578974"/>
                <a:chExt cx="98544" cy="391659"/>
              </a:xfrm>
            </p:grpSpPr>
            <p:pic>
              <p:nvPicPr>
                <p:cNvPr id="109" name="图片 108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5629517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  <p:pic>
              <p:nvPicPr>
                <p:cNvPr id="110" name="图片 109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5821546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</p:grpSp>
          <p:grpSp>
            <p:nvGrpSpPr>
              <p:cNvPr id="111" name="组合 110"/>
              <p:cNvGrpSpPr/>
              <p:nvPr/>
            </p:nvGrpSpPr>
            <p:grpSpPr>
              <a:xfrm>
                <a:off x="7941925" y="5963033"/>
                <a:ext cx="98544" cy="391659"/>
                <a:chOff x="7941925" y="5963033"/>
                <a:chExt cx="98544" cy="391659"/>
              </a:xfrm>
            </p:grpSpPr>
            <p:pic>
              <p:nvPicPr>
                <p:cNvPr id="112" name="图片 111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6013576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  <p:pic>
              <p:nvPicPr>
                <p:cNvPr id="113" name="图片 112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6205605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</p:grpSp>
          <p:grpSp>
            <p:nvGrpSpPr>
              <p:cNvPr id="114" name="组合 113"/>
              <p:cNvGrpSpPr/>
              <p:nvPr/>
            </p:nvGrpSpPr>
            <p:grpSpPr>
              <a:xfrm>
                <a:off x="7941925" y="6334182"/>
                <a:ext cx="98544" cy="391659"/>
                <a:chOff x="7941925" y="6334182"/>
                <a:chExt cx="98544" cy="391659"/>
              </a:xfrm>
            </p:grpSpPr>
            <p:pic>
              <p:nvPicPr>
                <p:cNvPr id="115" name="图片 114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6384725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  <p:pic>
              <p:nvPicPr>
                <p:cNvPr id="116" name="图片 115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6576754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</p:grpSp>
        </p:grpSp>
        <p:sp>
          <p:nvSpPr>
            <p:cNvPr id="117" name="带拐角线路"/>
            <p:cNvSpPr/>
            <p:nvPr/>
          </p:nvSpPr>
          <p:spPr>
            <a:xfrm rot="18000000">
              <a:off x="-149" y="-1454"/>
              <a:ext cx="11446" cy="13875"/>
            </a:xfrm>
            <a:custGeom>
              <a:avLst/>
              <a:gdLst>
                <a:gd name="connsiteX0" fmla="*/ 28724 w 7268245"/>
                <a:gd name="connsiteY0" fmla="*/ 4405454 h 8810908"/>
                <a:gd name="connsiteX1" fmla="*/ 7241858 w 7268245"/>
                <a:gd name="connsiteY1" fmla="*/ 8795784 h 8810908"/>
              </a:gdLst>
              <a:ahLst/>
              <a:cxnLst>
                <a:cxn ang="108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7268245" h="8810908" stroke="0">
                  <a:moveTo>
                    <a:pt x="0" y="0"/>
                  </a:moveTo>
                  <a:lnTo>
                    <a:pt x="2234932" y="0"/>
                  </a:lnTo>
                  <a:lnTo>
                    <a:pt x="7268245" y="8780660"/>
                  </a:lnTo>
                  <a:lnTo>
                    <a:pt x="7215463" y="8810908"/>
                  </a:lnTo>
                  <a:lnTo>
                    <a:pt x="219966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7268245" h="8810908" fill="none">
                  <a:moveTo>
                    <a:pt x="0" y="0"/>
                  </a:moveTo>
                  <a:lnTo>
                    <a:pt x="2234932" y="0"/>
                  </a:lnTo>
                  <a:lnTo>
                    <a:pt x="7268245" y="8780660"/>
                  </a:lnTo>
                  <a:lnTo>
                    <a:pt x="7215463" y="8810908"/>
                  </a:lnTo>
                  <a:lnTo>
                    <a:pt x="219966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直线线路"/>
            <p:cNvSpPr/>
            <p:nvPr/>
          </p:nvSpPr>
          <p:spPr>
            <a:xfrm rot="10830000">
              <a:off x="-3359" y="4143"/>
              <a:ext cx="1717" cy="96"/>
            </a:xfrm>
            <a:custGeom>
              <a:avLst/>
              <a:gdLst>
                <a:gd name="connsiteX0" fmla="*/ 28724 w 1090501"/>
                <a:gd name="connsiteY0" fmla="*/ 28724 h 60800"/>
                <a:gd name="connsiteX1" fmla="*/ 1060101 w 1090501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1090501" h="60800" stroke="0">
                  <a:moveTo>
                    <a:pt x="0" y="0"/>
                  </a:moveTo>
                  <a:lnTo>
                    <a:pt x="1090501" y="0"/>
                  </a:lnTo>
                  <a:lnTo>
                    <a:pt x="1090501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1090501" h="60800" fill="none">
                  <a:moveTo>
                    <a:pt x="0" y="0"/>
                  </a:moveTo>
                  <a:lnTo>
                    <a:pt x="1090501" y="0"/>
                  </a:lnTo>
                  <a:lnTo>
                    <a:pt x="1090501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带拐角线路"/>
            <p:cNvSpPr/>
            <p:nvPr/>
          </p:nvSpPr>
          <p:spPr>
            <a:xfrm rot="7200000">
              <a:off x="-8706" y="2221"/>
              <a:ext cx="5054" cy="5588"/>
            </a:xfrm>
            <a:custGeom>
              <a:avLst/>
              <a:gdLst>
                <a:gd name="connsiteX0" fmla="*/ 28724 w 3209541"/>
                <a:gd name="connsiteY0" fmla="*/ 1774114 h 3548227"/>
                <a:gd name="connsiteX1" fmla="*/ 3182948 w 3209541"/>
                <a:gd name="connsiteY1" fmla="*/ 3533498 h 3548227"/>
              </a:gdLst>
              <a:ahLst/>
              <a:cxnLst>
                <a:cxn ang="108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3209541" h="3548227" stroke="0">
                  <a:moveTo>
                    <a:pt x="0" y="0"/>
                  </a:moveTo>
                  <a:lnTo>
                    <a:pt x="1247586" y="0"/>
                  </a:lnTo>
                  <a:lnTo>
                    <a:pt x="3209541" y="3518770"/>
                  </a:lnTo>
                  <a:lnTo>
                    <a:pt x="3156356" y="3548227"/>
                  </a:lnTo>
                  <a:lnTo>
                    <a:pt x="121176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3209541" h="3548227" fill="none">
                  <a:moveTo>
                    <a:pt x="0" y="0"/>
                  </a:moveTo>
                  <a:lnTo>
                    <a:pt x="1247586" y="0"/>
                  </a:lnTo>
                  <a:lnTo>
                    <a:pt x="3209541" y="3518770"/>
                  </a:lnTo>
                  <a:lnTo>
                    <a:pt x="3156356" y="3548227"/>
                  </a:lnTo>
                  <a:lnTo>
                    <a:pt x="121176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直线线路"/>
            <p:cNvSpPr/>
            <p:nvPr/>
          </p:nvSpPr>
          <p:spPr>
            <a:xfrm rot="10830000">
              <a:off x="-9841" y="6914"/>
              <a:ext cx="6630" cy="96"/>
            </a:xfrm>
            <a:custGeom>
              <a:avLst/>
              <a:gdLst>
                <a:gd name="connsiteX0" fmla="*/ 28724 w 4209944"/>
                <a:gd name="connsiteY0" fmla="*/ 28724 h 60800"/>
                <a:gd name="connsiteX1" fmla="*/ 4179544 w 4209944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4209944" h="60800" stroke="0">
                  <a:moveTo>
                    <a:pt x="0" y="0"/>
                  </a:moveTo>
                  <a:lnTo>
                    <a:pt x="4209944" y="0"/>
                  </a:lnTo>
                  <a:lnTo>
                    <a:pt x="4209944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4209944" h="60800" fill="none">
                  <a:moveTo>
                    <a:pt x="0" y="0"/>
                  </a:moveTo>
                  <a:lnTo>
                    <a:pt x="4209944" y="0"/>
                  </a:lnTo>
                  <a:lnTo>
                    <a:pt x="4209944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直线线路"/>
            <p:cNvSpPr/>
            <p:nvPr/>
          </p:nvSpPr>
          <p:spPr>
            <a:xfrm rot="10830000">
              <a:off x="-9841" y="6356"/>
              <a:ext cx="6901" cy="96"/>
            </a:xfrm>
            <a:custGeom>
              <a:avLst/>
              <a:gdLst>
                <a:gd name="connsiteX0" fmla="*/ 28724 w 4381826"/>
                <a:gd name="connsiteY0" fmla="*/ 28724 h 60800"/>
                <a:gd name="connsiteX1" fmla="*/ 4351426 w 4381826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4381826" h="60800" stroke="0">
                  <a:moveTo>
                    <a:pt x="0" y="0"/>
                  </a:moveTo>
                  <a:lnTo>
                    <a:pt x="4381826" y="0"/>
                  </a:lnTo>
                  <a:lnTo>
                    <a:pt x="4381826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4381826" h="60800" fill="none">
                  <a:moveTo>
                    <a:pt x="0" y="0"/>
                  </a:moveTo>
                  <a:lnTo>
                    <a:pt x="4381826" y="0"/>
                  </a:lnTo>
                  <a:lnTo>
                    <a:pt x="4381826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带拐角线路"/>
            <p:cNvSpPr/>
            <p:nvPr/>
          </p:nvSpPr>
          <p:spPr>
            <a:xfrm rot="7200000">
              <a:off x="-8614" y="2041"/>
              <a:ext cx="4070" cy="5233"/>
            </a:xfrm>
            <a:custGeom>
              <a:avLst/>
              <a:gdLst>
                <a:gd name="connsiteX0" fmla="*/ 28724 w 2584433"/>
                <a:gd name="connsiteY0" fmla="*/ 1661611 h 3323222"/>
                <a:gd name="connsiteX1" fmla="*/ 2557886 w 2584433"/>
                <a:gd name="connsiteY1" fmla="*/ 3308409 h 3323222"/>
              </a:gdLst>
              <a:ahLst/>
              <a:cxnLst>
                <a:cxn ang="108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2584433" h="3323222" stroke="0">
                  <a:moveTo>
                    <a:pt x="0" y="0"/>
                  </a:moveTo>
                  <a:lnTo>
                    <a:pt x="734464" y="0"/>
                  </a:lnTo>
                  <a:lnTo>
                    <a:pt x="2584433" y="3293597"/>
                  </a:lnTo>
                  <a:lnTo>
                    <a:pt x="2531340" y="3323222"/>
                  </a:lnTo>
                  <a:lnTo>
                    <a:pt x="698761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2584433" h="3323222" fill="none">
                  <a:moveTo>
                    <a:pt x="0" y="0"/>
                  </a:moveTo>
                  <a:lnTo>
                    <a:pt x="734464" y="0"/>
                  </a:lnTo>
                  <a:lnTo>
                    <a:pt x="2584433" y="3293597"/>
                  </a:lnTo>
                  <a:lnTo>
                    <a:pt x="2531340" y="3323222"/>
                  </a:lnTo>
                  <a:lnTo>
                    <a:pt x="698761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直线线路"/>
            <p:cNvSpPr/>
            <p:nvPr/>
          </p:nvSpPr>
          <p:spPr>
            <a:xfrm rot="10830000">
              <a:off x="-9842" y="4439"/>
              <a:ext cx="6300" cy="96"/>
            </a:xfrm>
            <a:custGeom>
              <a:avLst/>
              <a:gdLst>
                <a:gd name="connsiteX0" fmla="*/ 28724 w 4000762"/>
                <a:gd name="connsiteY0" fmla="*/ 28724 h 60800"/>
                <a:gd name="connsiteX1" fmla="*/ 3970362 w 4000762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4000762" h="60800" stroke="0">
                  <a:moveTo>
                    <a:pt x="0" y="0"/>
                  </a:moveTo>
                  <a:lnTo>
                    <a:pt x="4000762" y="0"/>
                  </a:lnTo>
                  <a:lnTo>
                    <a:pt x="4000762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4000762" h="60800" fill="none">
                  <a:moveTo>
                    <a:pt x="0" y="0"/>
                  </a:moveTo>
                  <a:lnTo>
                    <a:pt x="4000762" y="0"/>
                  </a:lnTo>
                  <a:lnTo>
                    <a:pt x="4000762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直线线路"/>
            <p:cNvSpPr/>
            <p:nvPr/>
          </p:nvSpPr>
          <p:spPr>
            <a:xfrm rot="7200000">
              <a:off x="-425" y="5134"/>
              <a:ext cx="2783" cy="122"/>
            </a:xfrm>
            <a:custGeom>
              <a:avLst/>
              <a:gdLst>
                <a:gd name="connsiteX0" fmla="*/ 28724 w 1905200"/>
                <a:gd name="connsiteY0" fmla="*/ 28724 h 60800"/>
                <a:gd name="connsiteX1" fmla="*/ 1874800 w 1905200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1905200" h="60800" stroke="0">
                  <a:moveTo>
                    <a:pt x="0" y="0"/>
                  </a:moveTo>
                  <a:lnTo>
                    <a:pt x="1905200" y="0"/>
                  </a:lnTo>
                  <a:lnTo>
                    <a:pt x="190520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1905200" h="60800" fill="none">
                  <a:moveTo>
                    <a:pt x="0" y="0"/>
                  </a:moveTo>
                  <a:lnTo>
                    <a:pt x="1905200" y="0"/>
                  </a:lnTo>
                  <a:lnTo>
                    <a:pt x="190520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带拐角线路"/>
            <p:cNvSpPr/>
            <p:nvPr/>
          </p:nvSpPr>
          <p:spPr>
            <a:xfrm rot="10800000">
              <a:off x="2262" y="3964"/>
              <a:ext cx="11363" cy="2009"/>
            </a:xfrm>
            <a:custGeom>
              <a:avLst/>
              <a:gdLst>
                <a:gd name="connsiteX0" fmla="*/ 28724 w 7215433"/>
                <a:gd name="connsiteY0" fmla="*/ 637699 h 1275398"/>
                <a:gd name="connsiteX1" fmla="*/ 7195460 w 7215433"/>
                <a:gd name="connsiteY1" fmla="*/ 1252480 h 1275398"/>
              </a:gdLst>
              <a:ahLst/>
              <a:cxnLst>
                <a:cxn ang="1080000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15433" h="1275398" stroke="0">
                  <a:moveTo>
                    <a:pt x="0" y="0"/>
                  </a:moveTo>
                  <a:lnTo>
                    <a:pt x="5785613" y="0"/>
                  </a:lnTo>
                  <a:lnTo>
                    <a:pt x="7215433" y="1229562"/>
                  </a:lnTo>
                  <a:lnTo>
                    <a:pt x="7175486" y="1275398"/>
                  </a:lnTo>
                  <a:lnTo>
                    <a:pt x="576283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7215433" h="1275398" fill="none">
                  <a:moveTo>
                    <a:pt x="0" y="0"/>
                  </a:moveTo>
                  <a:lnTo>
                    <a:pt x="5785613" y="0"/>
                  </a:lnTo>
                  <a:lnTo>
                    <a:pt x="7215433" y="1229562"/>
                  </a:lnTo>
                  <a:lnTo>
                    <a:pt x="7175486" y="1275398"/>
                  </a:lnTo>
                  <a:lnTo>
                    <a:pt x="576283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直线线路"/>
            <p:cNvSpPr/>
            <p:nvPr/>
          </p:nvSpPr>
          <p:spPr>
            <a:xfrm rot="10080000">
              <a:off x="-1449" y="7687"/>
              <a:ext cx="5767" cy="96"/>
            </a:xfrm>
            <a:custGeom>
              <a:avLst/>
              <a:gdLst>
                <a:gd name="connsiteX0" fmla="*/ 28724 w 3662274"/>
                <a:gd name="connsiteY0" fmla="*/ 28724 h 60800"/>
                <a:gd name="connsiteX1" fmla="*/ 3631874 w 3662274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3662274" h="60800" stroke="0">
                  <a:moveTo>
                    <a:pt x="0" y="0"/>
                  </a:moveTo>
                  <a:lnTo>
                    <a:pt x="3662274" y="0"/>
                  </a:lnTo>
                  <a:lnTo>
                    <a:pt x="3662274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3662274" h="60800" fill="none">
                  <a:moveTo>
                    <a:pt x="0" y="0"/>
                  </a:moveTo>
                  <a:lnTo>
                    <a:pt x="3662274" y="0"/>
                  </a:lnTo>
                  <a:lnTo>
                    <a:pt x="3662274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直线线路"/>
            <p:cNvSpPr/>
            <p:nvPr/>
          </p:nvSpPr>
          <p:spPr>
            <a:xfrm rot="13080000">
              <a:off x="9223" y="4915"/>
              <a:ext cx="3124" cy="96"/>
            </a:xfrm>
            <a:custGeom>
              <a:avLst/>
              <a:gdLst>
                <a:gd name="connsiteX0" fmla="*/ 28724 w 1983790"/>
                <a:gd name="connsiteY0" fmla="*/ 28724 h 60800"/>
                <a:gd name="connsiteX1" fmla="*/ 1953390 w 1983790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1983790" h="60800" stroke="0">
                  <a:moveTo>
                    <a:pt x="0" y="0"/>
                  </a:moveTo>
                  <a:lnTo>
                    <a:pt x="1983790" y="0"/>
                  </a:lnTo>
                  <a:lnTo>
                    <a:pt x="198379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1983790" h="60800" fill="none">
                  <a:moveTo>
                    <a:pt x="0" y="0"/>
                  </a:moveTo>
                  <a:lnTo>
                    <a:pt x="1983790" y="0"/>
                  </a:lnTo>
                  <a:lnTo>
                    <a:pt x="198379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带拐角线路"/>
            <p:cNvSpPr/>
            <p:nvPr/>
          </p:nvSpPr>
          <p:spPr>
            <a:xfrm rot="10800000">
              <a:off x="13532" y="4932"/>
              <a:ext cx="1968" cy="1041"/>
            </a:xfrm>
            <a:custGeom>
              <a:avLst/>
              <a:gdLst>
                <a:gd name="connsiteX0" fmla="*/ 684000 w 1249946"/>
                <a:gd name="connsiteY0" fmla="*/ 330436 h 660872"/>
                <a:gd name="connsiteX1" fmla="*/ -511655 w 1249946"/>
                <a:gd name="connsiteY1" fmla="*/ 642074 h 660872"/>
              </a:gdLst>
              <a:ahLst/>
              <a:cxnLst>
                <a:cxn ang="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1249946" h="660872" stroke="0">
                  <a:moveTo>
                    <a:pt x="1249946" y="0"/>
                  </a:moveTo>
                  <a:lnTo>
                    <a:pt x="506020" y="0"/>
                  </a:lnTo>
                  <a:lnTo>
                    <a:pt x="0" y="623276"/>
                  </a:lnTo>
                  <a:lnTo>
                    <a:pt x="47783" y="660872"/>
                  </a:lnTo>
                  <a:lnTo>
                    <a:pt x="535546" y="60800"/>
                  </a:lnTo>
                  <a:lnTo>
                    <a:pt x="1249946" y="60800"/>
                  </a:lnTo>
                  <a:lnTo>
                    <a:pt x="1249946" y="0"/>
                  </a:lnTo>
                  <a:close/>
                </a:path>
                <a:path w="1249946" h="660872" fill="none">
                  <a:moveTo>
                    <a:pt x="1249946" y="0"/>
                  </a:moveTo>
                  <a:lnTo>
                    <a:pt x="506020" y="0"/>
                  </a:lnTo>
                  <a:lnTo>
                    <a:pt x="0" y="623276"/>
                  </a:lnTo>
                  <a:lnTo>
                    <a:pt x="47783" y="660872"/>
                  </a:lnTo>
                  <a:lnTo>
                    <a:pt x="535546" y="60800"/>
                  </a:lnTo>
                  <a:lnTo>
                    <a:pt x="1249946" y="60800"/>
                  </a:lnTo>
                  <a:lnTo>
                    <a:pt x="1249946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直线线路"/>
            <p:cNvSpPr/>
            <p:nvPr/>
          </p:nvSpPr>
          <p:spPr>
            <a:xfrm rot="10800000">
              <a:off x="10832" y="4942"/>
              <a:ext cx="5451" cy="96"/>
            </a:xfrm>
            <a:custGeom>
              <a:avLst/>
              <a:gdLst>
                <a:gd name="connsiteX0" fmla="*/ 28724 w 3461288"/>
                <a:gd name="connsiteY0" fmla="*/ 28724 h 60800"/>
                <a:gd name="connsiteX1" fmla="*/ 3430888 w 3461288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3461288" h="60800" stroke="0">
                  <a:moveTo>
                    <a:pt x="0" y="0"/>
                  </a:moveTo>
                  <a:lnTo>
                    <a:pt x="3461288" y="0"/>
                  </a:lnTo>
                  <a:lnTo>
                    <a:pt x="3461288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3461288" h="60800" fill="none">
                  <a:moveTo>
                    <a:pt x="0" y="0"/>
                  </a:moveTo>
                  <a:lnTo>
                    <a:pt x="3461288" y="0"/>
                  </a:lnTo>
                  <a:lnTo>
                    <a:pt x="3461288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带拐角线路"/>
            <p:cNvSpPr/>
            <p:nvPr/>
          </p:nvSpPr>
          <p:spPr>
            <a:xfrm rot="10800000">
              <a:off x="15136" y="2272"/>
              <a:ext cx="3647" cy="2766"/>
            </a:xfrm>
            <a:custGeom>
              <a:avLst/>
              <a:gdLst>
                <a:gd name="connsiteX0" fmla="*/ 684000 w 2315912"/>
                <a:gd name="connsiteY0" fmla="*/ 878146 h 1756291"/>
                <a:gd name="connsiteX1" fmla="*/ -1579006 w 2315912"/>
                <a:gd name="connsiteY1" fmla="*/ 1735855 h 1756291"/>
              </a:gdLst>
              <a:ahLst/>
              <a:cxnLst>
                <a:cxn ang="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2315912" h="1756291" stroke="0">
                  <a:moveTo>
                    <a:pt x="2315912" y="0"/>
                  </a:moveTo>
                  <a:lnTo>
                    <a:pt x="1574595" y="0"/>
                  </a:lnTo>
                  <a:lnTo>
                    <a:pt x="0" y="1715419"/>
                  </a:lnTo>
                  <a:lnTo>
                    <a:pt x="45012" y="1756291"/>
                  </a:lnTo>
                  <a:lnTo>
                    <a:pt x="1601512" y="60800"/>
                  </a:lnTo>
                  <a:lnTo>
                    <a:pt x="2315912" y="60800"/>
                  </a:lnTo>
                  <a:lnTo>
                    <a:pt x="2315912" y="0"/>
                  </a:lnTo>
                  <a:close/>
                </a:path>
                <a:path w="2315912" h="1756291" fill="none">
                  <a:moveTo>
                    <a:pt x="2315912" y="0"/>
                  </a:moveTo>
                  <a:lnTo>
                    <a:pt x="1574595" y="0"/>
                  </a:lnTo>
                  <a:lnTo>
                    <a:pt x="0" y="1715419"/>
                  </a:lnTo>
                  <a:lnTo>
                    <a:pt x="45012" y="1756291"/>
                  </a:lnTo>
                  <a:lnTo>
                    <a:pt x="1601512" y="60800"/>
                  </a:lnTo>
                  <a:lnTo>
                    <a:pt x="2315912" y="60800"/>
                  </a:lnTo>
                  <a:lnTo>
                    <a:pt x="2315912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带拐角线路"/>
            <p:cNvSpPr/>
            <p:nvPr/>
          </p:nvSpPr>
          <p:spPr>
            <a:xfrm rot="10800000">
              <a:off x="14355" y="3121"/>
              <a:ext cx="2563" cy="947"/>
            </a:xfrm>
            <a:custGeom>
              <a:avLst/>
              <a:gdLst>
                <a:gd name="connsiteX0" fmla="*/ 1071588 w 1627750"/>
                <a:gd name="connsiteY0" fmla="*/ 300725 h 601450"/>
                <a:gd name="connsiteX1" fmla="*/ -502676 w 1627750"/>
                <a:gd name="connsiteY1" fmla="*/ 581672 h 601450"/>
              </a:gdLst>
              <a:ahLst/>
              <a:cxnLst>
                <a:cxn ang="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1627750" h="601450" stroke="0">
                  <a:moveTo>
                    <a:pt x="1627750" y="0"/>
                  </a:moveTo>
                  <a:lnTo>
                    <a:pt x="497789" y="0"/>
                  </a:lnTo>
                  <a:lnTo>
                    <a:pt x="0" y="561894"/>
                  </a:lnTo>
                  <a:lnTo>
                    <a:pt x="46173" y="601450"/>
                  </a:lnTo>
                  <a:lnTo>
                    <a:pt x="525762" y="60800"/>
                  </a:lnTo>
                  <a:lnTo>
                    <a:pt x="1627750" y="60800"/>
                  </a:lnTo>
                  <a:lnTo>
                    <a:pt x="1627750" y="0"/>
                  </a:lnTo>
                  <a:close/>
                </a:path>
                <a:path w="1627750" h="601450" fill="none">
                  <a:moveTo>
                    <a:pt x="1627750" y="0"/>
                  </a:moveTo>
                  <a:lnTo>
                    <a:pt x="497789" y="0"/>
                  </a:lnTo>
                  <a:lnTo>
                    <a:pt x="0" y="561894"/>
                  </a:lnTo>
                  <a:lnTo>
                    <a:pt x="46173" y="601450"/>
                  </a:lnTo>
                  <a:lnTo>
                    <a:pt x="525762" y="60800"/>
                  </a:lnTo>
                  <a:lnTo>
                    <a:pt x="1627750" y="60800"/>
                  </a:lnTo>
                  <a:lnTo>
                    <a:pt x="162775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带拐角线路"/>
            <p:cNvSpPr/>
            <p:nvPr/>
          </p:nvSpPr>
          <p:spPr>
            <a:xfrm>
              <a:off x="4126" y="2252"/>
              <a:ext cx="15527" cy="1783"/>
            </a:xfrm>
            <a:custGeom>
              <a:avLst/>
              <a:gdLst>
                <a:gd name="connsiteX0" fmla="*/ 8694639 w 9859594"/>
                <a:gd name="connsiteY0" fmla="*/ 565979 h 1131958"/>
                <a:gd name="connsiteX1" fmla="*/ -1113085 w 9859594"/>
                <a:gd name="connsiteY1" fmla="*/ 1110436 h 1131958"/>
              </a:gdLst>
              <a:ahLst/>
              <a:cxnLst>
                <a:cxn ang="162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9859594" h="1131958" stroke="0">
                  <a:moveTo>
                    <a:pt x="9859594" y="0"/>
                  </a:moveTo>
                  <a:lnTo>
                    <a:pt x="1109414" y="0"/>
                  </a:lnTo>
                  <a:lnTo>
                    <a:pt x="0" y="1088914"/>
                  </a:lnTo>
                  <a:lnTo>
                    <a:pt x="42939" y="1131958"/>
                  </a:lnTo>
                  <a:lnTo>
                    <a:pt x="1134554" y="60800"/>
                  </a:lnTo>
                  <a:lnTo>
                    <a:pt x="9859594" y="60800"/>
                  </a:lnTo>
                  <a:lnTo>
                    <a:pt x="9859594" y="0"/>
                  </a:lnTo>
                  <a:close/>
                </a:path>
                <a:path w="9859594" h="1131958" fill="none">
                  <a:moveTo>
                    <a:pt x="9859594" y="0"/>
                  </a:moveTo>
                  <a:lnTo>
                    <a:pt x="1109414" y="0"/>
                  </a:lnTo>
                  <a:lnTo>
                    <a:pt x="0" y="1088914"/>
                  </a:lnTo>
                  <a:lnTo>
                    <a:pt x="42939" y="1131958"/>
                  </a:lnTo>
                  <a:lnTo>
                    <a:pt x="1134554" y="60800"/>
                  </a:lnTo>
                  <a:lnTo>
                    <a:pt x="9859594" y="60800"/>
                  </a:lnTo>
                  <a:lnTo>
                    <a:pt x="9859594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带拐角线路"/>
            <p:cNvSpPr/>
            <p:nvPr/>
          </p:nvSpPr>
          <p:spPr>
            <a:xfrm rot="10800000">
              <a:off x="8018" y="2274"/>
              <a:ext cx="9938" cy="947"/>
            </a:xfrm>
            <a:custGeom>
              <a:avLst/>
              <a:gdLst>
                <a:gd name="connsiteX0" fmla="*/ 28724 w 6310682"/>
                <a:gd name="connsiteY0" fmla="*/ 300527 h 601054"/>
                <a:gd name="connsiteX1" fmla="*/ 6286792 w 6310682"/>
                <a:gd name="connsiteY1" fmla="*/ 582255 h 601054"/>
              </a:gdLst>
              <a:ahLst/>
              <a:cxnLst>
                <a:cxn ang="108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6310682" h="601054" stroke="0">
                  <a:moveTo>
                    <a:pt x="0" y="0"/>
                  </a:moveTo>
                  <a:lnTo>
                    <a:pt x="5851663" y="0"/>
                  </a:lnTo>
                  <a:lnTo>
                    <a:pt x="6310682" y="563456"/>
                  </a:lnTo>
                  <a:lnTo>
                    <a:pt x="6262902" y="601054"/>
                  </a:lnTo>
                  <a:lnTo>
                    <a:pt x="5822139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6310682" h="601054" fill="none">
                  <a:moveTo>
                    <a:pt x="0" y="0"/>
                  </a:moveTo>
                  <a:lnTo>
                    <a:pt x="5851663" y="0"/>
                  </a:lnTo>
                  <a:lnTo>
                    <a:pt x="6310682" y="563456"/>
                  </a:lnTo>
                  <a:lnTo>
                    <a:pt x="6262902" y="601054"/>
                  </a:lnTo>
                  <a:lnTo>
                    <a:pt x="5822139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带拐角线路"/>
            <p:cNvSpPr/>
            <p:nvPr/>
          </p:nvSpPr>
          <p:spPr>
            <a:xfrm>
              <a:off x="5074" y="1279"/>
              <a:ext cx="10418" cy="1809"/>
            </a:xfrm>
            <a:custGeom>
              <a:avLst/>
              <a:gdLst>
                <a:gd name="connsiteX0" fmla="*/ 5908374 w 6615118"/>
                <a:gd name="connsiteY0" fmla="*/ 574509 h 1149018"/>
                <a:gd name="connsiteX1" fmla="*/ -649834 w 6615118"/>
                <a:gd name="connsiteY1" fmla="*/ 1134140 h 1149018"/>
              </a:gdLst>
              <a:ahLst/>
              <a:cxnLst>
                <a:cxn ang="162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6615118" h="1149018" stroke="0">
                  <a:moveTo>
                    <a:pt x="6615118" y="0"/>
                  </a:moveTo>
                  <a:lnTo>
                    <a:pt x="640745" y="0"/>
                  </a:lnTo>
                  <a:lnTo>
                    <a:pt x="0" y="1119262"/>
                  </a:lnTo>
                  <a:lnTo>
                    <a:pt x="53021" y="1149018"/>
                  </a:lnTo>
                  <a:lnTo>
                    <a:pt x="676344" y="60800"/>
                  </a:lnTo>
                  <a:lnTo>
                    <a:pt x="6615118" y="60800"/>
                  </a:lnTo>
                  <a:lnTo>
                    <a:pt x="6615118" y="0"/>
                  </a:lnTo>
                  <a:close/>
                </a:path>
                <a:path w="6615118" h="1149018" fill="none">
                  <a:moveTo>
                    <a:pt x="6615118" y="0"/>
                  </a:moveTo>
                  <a:lnTo>
                    <a:pt x="640745" y="0"/>
                  </a:lnTo>
                  <a:lnTo>
                    <a:pt x="0" y="1119262"/>
                  </a:lnTo>
                  <a:lnTo>
                    <a:pt x="53021" y="1149018"/>
                  </a:lnTo>
                  <a:lnTo>
                    <a:pt x="676344" y="60800"/>
                  </a:lnTo>
                  <a:lnTo>
                    <a:pt x="6615118" y="60800"/>
                  </a:lnTo>
                  <a:lnTo>
                    <a:pt x="6615118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带拐角线路"/>
            <p:cNvSpPr/>
            <p:nvPr/>
          </p:nvSpPr>
          <p:spPr>
            <a:xfrm rot="18000">
              <a:off x="15404" y="1284"/>
              <a:ext cx="2098" cy="1047"/>
            </a:xfrm>
            <a:custGeom>
              <a:avLst/>
              <a:gdLst>
                <a:gd name="connsiteX0" fmla="*/ 28724 w 1331968"/>
                <a:gd name="connsiteY0" fmla="*/ 332523 h 665046"/>
                <a:gd name="connsiteX1" fmla="*/ 1309594 w 1331968"/>
                <a:gd name="connsiteY1" fmla="*/ 644466 h 665046"/>
              </a:gdLst>
              <a:ahLst/>
              <a:cxnLst>
                <a:cxn ang="108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1331968" h="665046" stroke="0">
                  <a:moveTo>
                    <a:pt x="0" y="0"/>
                  </a:moveTo>
                  <a:lnTo>
                    <a:pt x="741085" y="0"/>
                  </a:lnTo>
                  <a:lnTo>
                    <a:pt x="1331968" y="623887"/>
                  </a:lnTo>
                  <a:lnTo>
                    <a:pt x="1287220" y="665046"/>
                  </a:lnTo>
                  <a:lnTo>
                    <a:pt x="71440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1331968" h="665046" fill="none">
                  <a:moveTo>
                    <a:pt x="0" y="0"/>
                  </a:moveTo>
                  <a:lnTo>
                    <a:pt x="741085" y="0"/>
                  </a:lnTo>
                  <a:lnTo>
                    <a:pt x="1331968" y="623887"/>
                  </a:lnTo>
                  <a:lnTo>
                    <a:pt x="1287220" y="665046"/>
                  </a:lnTo>
                  <a:lnTo>
                    <a:pt x="71440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带拐角线路"/>
            <p:cNvSpPr/>
            <p:nvPr/>
          </p:nvSpPr>
          <p:spPr>
            <a:xfrm rot="10800000">
              <a:off x="8225" y="5877"/>
              <a:ext cx="5503" cy="999"/>
            </a:xfrm>
            <a:custGeom>
              <a:avLst/>
              <a:gdLst>
                <a:gd name="connsiteX0" fmla="*/ 1298103 w 3494311"/>
                <a:gd name="connsiteY0" fmla="*/ 317116 h 634231"/>
                <a:gd name="connsiteX1" fmla="*/ -2157883 w 3494311"/>
                <a:gd name="connsiteY1" fmla="*/ 604882 h 634231"/>
              </a:gdLst>
              <a:ahLst/>
              <a:cxnLst>
                <a:cxn ang="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3494311" h="634231" stroke="0">
                  <a:moveTo>
                    <a:pt x="3494311" y="0"/>
                  </a:moveTo>
                  <a:lnTo>
                    <a:pt x="2157744" y="0"/>
                  </a:lnTo>
                  <a:lnTo>
                    <a:pt x="0" y="575534"/>
                  </a:lnTo>
                  <a:lnTo>
                    <a:pt x="15850" y="634231"/>
                  </a:lnTo>
                  <a:lnTo>
                    <a:pt x="2165808" y="60800"/>
                  </a:lnTo>
                  <a:lnTo>
                    <a:pt x="3494311" y="60800"/>
                  </a:lnTo>
                  <a:lnTo>
                    <a:pt x="3494311" y="0"/>
                  </a:lnTo>
                  <a:close/>
                </a:path>
                <a:path w="3494311" h="634231" fill="none">
                  <a:moveTo>
                    <a:pt x="3494311" y="0"/>
                  </a:moveTo>
                  <a:lnTo>
                    <a:pt x="2157744" y="0"/>
                  </a:lnTo>
                  <a:lnTo>
                    <a:pt x="0" y="575534"/>
                  </a:lnTo>
                  <a:lnTo>
                    <a:pt x="15850" y="634231"/>
                  </a:lnTo>
                  <a:lnTo>
                    <a:pt x="2165808" y="60800"/>
                  </a:lnTo>
                  <a:lnTo>
                    <a:pt x="3494311" y="60800"/>
                  </a:lnTo>
                  <a:lnTo>
                    <a:pt x="3494311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直线线路"/>
            <p:cNvSpPr/>
            <p:nvPr/>
          </p:nvSpPr>
          <p:spPr>
            <a:xfrm rot="10800000">
              <a:off x="5782" y="6789"/>
              <a:ext cx="3006" cy="96"/>
            </a:xfrm>
            <a:custGeom>
              <a:avLst/>
              <a:gdLst>
                <a:gd name="connsiteX0" fmla="*/ 28724 w 1908787"/>
                <a:gd name="connsiteY0" fmla="*/ 28724 h 60800"/>
                <a:gd name="connsiteX1" fmla="*/ 1878387 w 1908787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1908787" h="60800" stroke="0">
                  <a:moveTo>
                    <a:pt x="0" y="0"/>
                  </a:moveTo>
                  <a:lnTo>
                    <a:pt x="1908787" y="0"/>
                  </a:lnTo>
                  <a:lnTo>
                    <a:pt x="190878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1908787" h="60800" fill="none">
                  <a:moveTo>
                    <a:pt x="0" y="0"/>
                  </a:moveTo>
                  <a:lnTo>
                    <a:pt x="1908787" y="0"/>
                  </a:lnTo>
                  <a:lnTo>
                    <a:pt x="190878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带拐角线路"/>
            <p:cNvSpPr/>
            <p:nvPr/>
          </p:nvSpPr>
          <p:spPr>
            <a:xfrm rot="10800000">
              <a:off x="6538" y="6578"/>
              <a:ext cx="4675" cy="1150"/>
            </a:xfrm>
            <a:custGeom>
              <a:avLst/>
              <a:gdLst>
                <a:gd name="connsiteX0" fmla="*/ 2502110 w 2968875"/>
                <a:gd name="connsiteY0" fmla="*/ 365159 h 730318"/>
                <a:gd name="connsiteX1" fmla="*/ -409769 w 2968875"/>
                <a:gd name="connsiteY1" fmla="*/ 715592 h 730318"/>
              </a:gdLst>
              <a:ahLst/>
              <a:cxnLst>
                <a:cxn ang="162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2968875" h="730318" stroke="0">
                  <a:moveTo>
                    <a:pt x="2968875" y="0"/>
                  </a:moveTo>
                  <a:lnTo>
                    <a:pt x="400531" y="0"/>
                  </a:lnTo>
                  <a:lnTo>
                    <a:pt x="0" y="700867"/>
                  </a:lnTo>
                  <a:lnTo>
                    <a:pt x="53191" y="730318"/>
                  </a:lnTo>
                  <a:lnTo>
                    <a:pt x="436365" y="60800"/>
                  </a:lnTo>
                  <a:lnTo>
                    <a:pt x="2968875" y="60800"/>
                  </a:lnTo>
                  <a:lnTo>
                    <a:pt x="2968875" y="0"/>
                  </a:lnTo>
                  <a:close/>
                </a:path>
                <a:path w="2968875" h="730318" fill="none">
                  <a:moveTo>
                    <a:pt x="2968875" y="0"/>
                  </a:moveTo>
                  <a:lnTo>
                    <a:pt x="400531" y="0"/>
                  </a:lnTo>
                  <a:lnTo>
                    <a:pt x="0" y="700867"/>
                  </a:lnTo>
                  <a:lnTo>
                    <a:pt x="53191" y="730318"/>
                  </a:lnTo>
                  <a:lnTo>
                    <a:pt x="436365" y="60800"/>
                  </a:lnTo>
                  <a:lnTo>
                    <a:pt x="2968875" y="60800"/>
                  </a:lnTo>
                  <a:lnTo>
                    <a:pt x="2968875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标签"/>
            <p:cNvSpPr/>
            <p:nvPr/>
          </p:nvSpPr>
          <p:spPr>
            <a:xfrm>
              <a:off x="11957" y="4535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存1</a:t>
              </a:r>
            </a:p>
          </p:txBody>
        </p:sp>
        <p:sp>
          <p:nvSpPr>
            <p:cNvPr id="310" name="标签"/>
            <p:cNvSpPr/>
            <p:nvPr/>
          </p:nvSpPr>
          <p:spPr>
            <a:xfrm>
              <a:off x="11957" y="354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存2</a:t>
              </a:r>
            </a:p>
          </p:txBody>
        </p:sp>
        <p:sp>
          <p:nvSpPr>
            <p:cNvPr id="311" name="标签"/>
            <p:cNvSpPr/>
            <p:nvPr/>
          </p:nvSpPr>
          <p:spPr>
            <a:xfrm>
              <a:off x="11957" y="270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存3</a:t>
              </a:r>
            </a:p>
          </p:txBody>
        </p:sp>
        <p:sp>
          <p:nvSpPr>
            <p:cNvPr id="312" name="标签"/>
            <p:cNvSpPr/>
            <p:nvPr/>
          </p:nvSpPr>
          <p:spPr>
            <a:xfrm>
              <a:off x="11943" y="1825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存4北</a:t>
              </a:r>
            </a:p>
          </p:txBody>
        </p:sp>
        <p:sp>
          <p:nvSpPr>
            <p:cNvPr id="313" name="标签"/>
            <p:cNvSpPr/>
            <p:nvPr/>
          </p:nvSpPr>
          <p:spPr>
            <a:xfrm>
              <a:off x="14444" y="840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存5北</a:t>
              </a:r>
            </a:p>
          </p:txBody>
        </p:sp>
        <p:sp>
          <p:nvSpPr>
            <p:cNvPr id="314" name="标签"/>
            <p:cNvSpPr/>
            <p:nvPr/>
          </p:nvSpPr>
          <p:spPr>
            <a:xfrm>
              <a:off x="8141" y="5418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机棚</a:t>
              </a:r>
            </a:p>
          </p:txBody>
        </p:sp>
        <p:sp>
          <p:nvSpPr>
            <p:cNvPr id="315" name="标签"/>
            <p:cNvSpPr/>
            <p:nvPr/>
          </p:nvSpPr>
          <p:spPr>
            <a:xfrm>
              <a:off x="9651" y="7838"/>
              <a:ext cx="927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机库</a:t>
              </a:r>
            </a:p>
          </p:txBody>
        </p:sp>
        <p:sp>
          <p:nvSpPr>
            <p:cNvPr id="316" name="标签"/>
            <p:cNvSpPr/>
            <p:nvPr/>
          </p:nvSpPr>
          <p:spPr>
            <a:xfrm>
              <a:off x="8195" y="6377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调棚</a:t>
              </a:r>
            </a:p>
          </p:txBody>
        </p:sp>
        <p:sp>
          <p:nvSpPr>
            <p:cNvPr id="317" name="标签"/>
            <p:cNvSpPr/>
            <p:nvPr/>
          </p:nvSpPr>
          <p:spPr>
            <a:xfrm rot="19800000">
              <a:off x="1710" y="921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油</a:t>
              </a:r>
            </a:p>
          </p:txBody>
        </p:sp>
        <p:sp>
          <p:nvSpPr>
            <p:cNvPr id="318" name="标签"/>
            <p:cNvSpPr/>
            <p:nvPr/>
          </p:nvSpPr>
          <p:spPr>
            <a:xfrm rot="20880000">
              <a:off x="2196" y="6964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洗北</a:t>
              </a:r>
            </a:p>
          </p:txBody>
        </p:sp>
        <p:sp>
          <p:nvSpPr>
            <p:cNvPr id="319" name="标签"/>
            <p:cNvSpPr/>
            <p:nvPr/>
          </p:nvSpPr>
          <p:spPr>
            <a:xfrm rot="18000000">
              <a:off x="398" y="4602"/>
              <a:ext cx="808" cy="406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抛</a:t>
              </a:r>
            </a:p>
          </p:txBody>
        </p:sp>
        <p:pic>
          <p:nvPicPr>
            <p:cNvPr id="325" name="图片 32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6200000">
              <a:off x="-4724" y="6931"/>
              <a:ext cx="177" cy="759"/>
            </a:xfrm>
            <a:prstGeom prst="rect">
              <a:avLst/>
            </a:prstGeom>
            <a:ln w="7600" cap="flat">
              <a:noFill/>
              <a:miter/>
            </a:ln>
          </p:spPr>
        </p:pic>
        <p:pic>
          <p:nvPicPr>
            <p:cNvPr id="326" name="图片 32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-4683" y="3763"/>
              <a:ext cx="161" cy="693"/>
            </a:xfrm>
            <a:prstGeom prst="rect">
              <a:avLst/>
            </a:prstGeom>
            <a:ln w="7600" cap="flat">
              <a:noFill/>
              <a:miter/>
            </a:ln>
          </p:spPr>
        </p:pic>
        <p:sp>
          <p:nvSpPr>
            <p:cNvPr id="327" name="标签"/>
            <p:cNvSpPr/>
            <p:nvPr/>
          </p:nvSpPr>
          <p:spPr>
            <a:xfrm>
              <a:off x="6955" y="4362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预修</a:t>
              </a:r>
            </a:p>
          </p:txBody>
        </p:sp>
        <p:sp>
          <p:nvSpPr>
            <p:cNvPr id="328" name="Rectangle"/>
            <p:cNvSpPr/>
            <p:nvPr/>
          </p:nvSpPr>
          <p:spPr>
            <a:xfrm rot="10800000">
              <a:off x="-6271" y="4312"/>
              <a:ext cx="1323" cy="2295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Rectangle"/>
            <p:cNvSpPr/>
            <p:nvPr/>
          </p:nvSpPr>
          <p:spPr>
            <a:xfrm rot="10800000">
              <a:off x="-10010" y="4191"/>
              <a:ext cx="3648" cy="2508"/>
            </a:xfrm>
            <a:custGeom>
              <a:avLst/>
              <a:gdLst>
                <a:gd name="connsiteX0" fmla="*/ 0 w 1346454"/>
                <a:gd name="connsiteY0" fmla="*/ 814424 h 1628847"/>
                <a:gd name="connsiteX1" fmla="*/ 673227 w 1346454"/>
                <a:gd name="connsiteY1" fmla="*/ 0 h 1628847"/>
                <a:gd name="connsiteX2" fmla="*/ 1346454 w 1346454"/>
                <a:gd name="connsiteY2" fmla="*/ 814424 h 1628847"/>
                <a:gd name="connsiteX3" fmla="*/ 673227 w 1346454"/>
                <a:gd name="connsiteY3" fmla="*/ 1628847 h 1628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346454" h="1628847" stroke="0">
                  <a:moveTo>
                    <a:pt x="0" y="0"/>
                  </a:moveTo>
                  <a:lnTo>
                    <a:pt x="1346454" y="0"/>
                  </a:lnTo>
                  <a:lnTo>
                    <a:pt x="1346454" y="1628847"/>
                  </a:lnTo>
                  <a:lnTo>
                    <a:pt x="0" y="1628847"/>
                  </a:lnTo>
                  <a:lnTo>
                    <a:pt x="0" y="0"/>
                  </a:lnTo>
                  <a:close/>
                </a:path>
                <a:path w="1346454" h="1628847" fill="none">
                  <a:moveTo>
                    <a:pt x="0" y="0"/>
                  </a:moveTo>
                  <a:lnTo>
                    <a:pt x="1346454" y="0"/>
                  </a:lnTo>
                  <a:lnTo>
                    <a:pt x="1346454" y="1628847"/>
                  </a:lnTo>
                  <a:lnTo>
                    <a:pt x="0" y="1628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Rectangle"/>
            <p:cNvSpPr/>
            <p:nvPr/>
          </p:nvSpPr>
          <p:spPr>
            <a:xfrm>
              <a:off x="-10106" y="5366"/>
              <a:ext cx="374" cy="644"/>
            </a:xfrm>
            <a:custGeom>
              <a:avLst/>
              <a:gdLst/>
              <a:ahLst/>
              <a:cxnLst/>
              <a:rect l="l" t="t" r="r" b="b"/>
              <a:pathLst>
                <a:path w="237214" h="408844" stroke="0">
                  <a:moveTo>
                    <a:pt x="0" y="0"/>
                  </a:moveTo>
                  <a:lnTo>
                    <a:pt x="237214" y="0"/>
                  </a:lnTo>
                  <a:lnTo>
                    <a:pt x="237214" y="408844"/>
                  </a:lnTo>
                  <a:lnTo>
                    <a:pt x="0" y="408844"/>
                  </a:lnTo>
                  <a:lnTo>
                    <a:pt x="0" y="0"/>
                  </a:lnTo>
                  <a:close/>
                </a:path>
                <a:path w="237214" h="408844" fill="none">
                  <a:moveTo>
                    <a:pt x="0" y="0"/>
                  </a:moveTo>
                  <a:lnTo>
                    <a:pt x="237214" y="0"/>
                  </a:lnTo>
                  <a:lnTo>
                    <a:pt x="237214" y="408844"/>
                  </a:lnTo>
                  <a:lnTo>
                    <a:pt x="0" y="40884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检修库</a:t>
              </a:r>
            </a:p>
          </p:txBody>
        </p:sp>
        <p:grpSp>
          <p:nvGrpSpPr>
            <p:cNvPr id="335" name="组合 334"/>
            <p:cNvGrpSpPr/>
            <p:nvPr/>
          </p:nvGrpSpPr>
          <p:grpSpPr>
            <a:xfrm rot="10800000">
              <a:off x="9229" y="7443"/>
              <a:ext cx="164" cy="617"/>
              <a:chOff x="-1206843" y="4262496"/>
              <a:chExt cx="103827" cy="391659"/>
            </a:xfrm>
          </p:grpSpPr>
          <p:pic>
            <p:nvPicPr>
              <p:cNvPr id="336" name="图片 33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4310397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337" name="图片 336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4502426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338" name="组合 337"/>
            <p:cNvGrpSpPr/>
            <p:nvPr/>
          </p:nvGrpSpPr>
          <p:grpSpPr>
            <a:xfrm rot="10800000">
              <a:off x="9229" y="6577"/>
              <a:ext cx="164" cy="617"/>
              <a:chOff x="-1206843" y="4812107"/>
              <a:chExt cx="103827" cy="391659"/>
            </a:xfrm>
          </p:grpSpPr>
          <p:pic>
            <p:nvPicPr>
              <p:cNvPr id="339" name="图片 33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4860008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340" name="图片 33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052038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341" name="组合 340"/>
            <p:cNvGrpSpPr/>
            <p:nvPr/>
          </p:nvGrpSpPr>
          <p:grpSpPr>
            <a:xfrm rot="10800000">
              <a:off x="9229" y="5579"/>
              <a:ext cx="164" cy="617"/>
              <a:chOff x="-1206843" y="5446133"/>
              <a:chExt cx="103827" cy="391659"/>
            </a:xfrm>
          </p:grpSpPr>
          <p:pic>
            <p:nvPicPr>
              <p:cNvPr id="342" name="图片 34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494035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343" name="图片 34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686064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pic>
          <p:nvPicPr>
            <p:cNvPr id="346" name="图片 34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6200000">
              <a:off x="6716" y="7618"/>
              <a:ext cx="314" cy="164"/>
            </a:xfrm>
            <a:prstGeom prst="rect">
              <a:avLst/>
            </a:prstGeom>
            <a:ln w="7600" cap="flat">
              <a:noFill/>
              <a:miter/>
            </a:ln>
          </p:spPr>
        </p:pic>
        <p:pic>
          <p:nvPicPr>
            <p:cNvPr id="349" name="图片 34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5300000">
              <a:off x="832" y="7763"/>
              <a:ext cx="314" cy="164"/>
            </a:xfrm>
            <a:prstGeom prst="rect">
              <a:avLst/>
            </a:prstGeom>
            <a:ln w="7600" cap="flat">
              <a:noFill/>
              <a:miter/>
            </a:ln>
          </p:spPr>
        </p:pic>
        <p:grpSp>
          <p:nvGrpSpPr>
            <p:cNvPr id="350" name="组合 349"/>
            <p:cNvGrpSpPr/>
            <p:nvPr/>
          </p:nvGrpSpPr>
          <p:grpSpPr>
            <a:xfrm rot="10800000">
              <a:off x="5353" y="5521"/>
              <a:ext cx="164" cy="617"/>
              <a:chOff x="1254327" y="5482915"/>
              <a:chExt cx="103827" cy="391659"/>
            </a:xfrm>
          </p:grpSpPr>
          <p:pic>
            <p:nvPicPr>
              <p:cNvPr id="351" name="图片 350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5530816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352" name="图片 35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5722845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365" name="组合 364"/>
            <p:cNvGrpSpPr/>
            <p:nvPr/>
          </p:nvGrpSpPr>
          <p:grpSpPr>
            <a:xfrm rot="10800000">
              <a:off x="9229" y="3790"/>
              <a:ext cx="164" cy="617"/>
              <a:chOff x="-1206843" y="6581734"/>
              <a:chExt cx="103827" cy="391659"/>
            </a:xfrm>
          </p:grpSpPr>
          <p:pic>
            <p:nvPicPr>
              <p:cNvPr id="366" name="图片 36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6629635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367" name="图片 366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6821664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sp>
          <p:nvSpPr>
            <p:cNvPr id="381" name="Rectangle"/>
            <p:cNvSpPr/>
            <p:nvPr/>
          </p:nvSpPr>
          <p:spPr>
            <a:xfrm>
              <a:off x="-2779" y="3851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L17</a:t>
              </a:r>
            </a:p>
          </p:txBody>
        </p:sp>
        <p:sp>
          <p:nvSpPr>
            <p:cNvPr id="382" name="Rectangle"/>
            <p:cNvSpPr/>
            <p:nvPr/>
          </p:nvSpPr>
          <p:spPr>
            <a:xfrm>
              <a:off x="-3951" y="4088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L18</a:t>
              </a:r>
            </a:p>
          </p:txBody>
        </p:sp>
        <p:sp>
          <p:nvSpPr>
            <p:cNvPr id="383" name="Rectangle"/>
            <p:cNvSpPr/>
            <p:nvPr/>
          </p:nvSpPr>
          <p:spPr>
            <a:xfrm>
              <a:off x="-2906" y="6325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L19</a:t>
              </a:r>
            </a:p>
          </p:txBody>
        </p:sp>
        <p:sp>
          <p:nvSpPr>
            <p:cNvPr id="384" name="Rectangle"/>
            <p:cNvSpPr/>
            <p:nvPr/>
          </p:nvSpPr>
          <p:spPr>
            <a:xfrm>
              <a:off x="-1641" y="4088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L16</a:t>
              </a:r>
            </a:p>
          </p:txBody>
        </p:sp>
        <p:sp>
          <p:nvSpPr>
            <p:cNvPr id="385" name="Rectangle"/>
            <p:cNvSpPr/>
            <p:nvPr/>
          </p:nvSpPr>
          <p:spPr>
            <a:xfrm>
              <a:off x="1127" y="3981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L15</a:t>
              </a:r>
            </a:p>
          </p:txBody>
        </p:sp>
        <p:sp>
          <p:nvSpPr>
            <p:cNvPr id="386" name="Rectangle"/>
            <p:cNvSpPr/>
            <p:nvPr/>
          </p:nvSpPr>
          <p:spPr>
            <a:xfrm>
              <a:off x="1940" y="4029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L14</a:t>
              </a:r>
            </a:p>
          </p:txBody>
        </p:sp>
        <p:sp>
          <p:nvSpPr>
            <p:cNvPr id="387" name="Rectangle"/>
            <p:cNvSpPr/>
            <p:nvPr/>
          </p:nvSpPr>
          <p:spPr>
            <a:xfrm>
              <a:off x="3811" y="3671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L13</a:t>
              </a:r>
            </a:p>
          </p:txBody>
        </p:sp>
        <p:sp>
          <p:nvSpPr>
            <p:cNvPr id="388" name="Rectangle"/>
            <p:cNvSpPr/>
            <p:nvPr/>
          </p:nvSpPr>
          <p:spPr>
            <a:xfrm>
              <a:off x="4556" y="2897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L12</a:t>
              </a:r>
            </a:p>
          </p:txBody>
        </p:sp>
        <p:sp>
          <p:nvSpPr>
            <p:cNvPr id="389" name="Rectangle"/>
            <p:cNvSpPr/>
            <p:nvPr/>
          </p:nvSpPr>
          <p:spPr>
            <a:xfrm>
              <a:off x="7718" y="2313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Z4</a:t>
              </a:r>
            </a:p>
          </p:txBody>
        </p:sp>
        <p:sp>
          <p:nvSpPr>
            <p:cNvPr id="390" name="Rectangle"/>
            <p:cNvSpPr/>
            <p:nvPr/>
          </p:nvSpPr>
          <p:spPr>
            <a:xfrm>
              <a:off x="9743" y="3981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Z3</a:t>
              </a:r>
            </a:p>
          </p:txBody>
        </p:sp>
        <p:sp>
          <p:nvSpPr>
            <p:cNvPr id="391" name="Rectangle"/>
            <p:cNvSpPr/>
            <p:nvPr/>
          </p:nvSpPr>
          <p:spPr>
            <a:xfrm>
              <a:off x="10422" y="4882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Z2</a:t>
              </a:r>
            </a:p>
          </p:txBody>
        </p:sp>
        <p:sp>
          <p:nvSpPr>
            <p:cNvPr id="392" name="Rectangle"/>
            <p:cNvSpPr/>
            <p:nvPr/>
          </p:nvSpPr>
          <p:spPr>
            <a:xfrm>
              <a:off x="11362" y="5625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Z1</a:t>
              </a:r>
            </a:p>
          </p:txBody>
        </p:sp>
        <p:sp>
          <p:nvSpPr>
            <p:cNvPr id="393" name="Rectangle"/>
            <p:cNvSpPr/>
            <p:nvPr/>
          </p:nvSpPr>
          <p:spPr>
            <a:xfrm>
              <a:off x="6181" y="5958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L8</a:t>
              </a:r>
            </a:p>
          </p:txBody>
        </p:sp>
        <p:sp>
          <p:nvSpPr>
            <p:cNvPr id="394" name="Rectangle"/>
            <p:cNvSpPr/>
            <p:nvPr/>
          </p:nvSpPr>
          <p:spPr>
            <a:xfrm>
              <a:off x="3855" y="6885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L9</a:t>
              </a:r>
            </a:p>
          </p:txBody>
        </p:sp>
        <p:sp>
          <p:nvSpPr>
            <p:cNvPr id="395" name="Rectangle"/>
            <p:cNvSpPr/>
            <p:nvPr/>
          </p:nvSpPr>
          <p:spPr>
            <a:xfrm>
              <a:off x="11140" y="6464"/>
              <a:ext cx="297" cy="324"/>
            </a:xfrm>
            <a:custGeom>
              <a:avLst/>
              <a:gdLst/>
              <a:ahLst/>
              <a:cxnLst/>
              <a:rect l="l" t="t" r="r" b="b"/>
              <a:pathLst>
                <a:path w="188685" h="205739" stroke="0">
                  <a:moveTo>
                    <a:pt x="0" y="0"/>
                  </a:moveTo>
                  <a:lnTo>
                    <a:pt x="188685" y="0"/>
                  </a:lnTo>
                  <a:lnTo>
                    <a:pt x="188685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188685" h="205739" fill="none">
                  <a:moveTo>
                    <a:pt x="0" y="0"/>
                  </a:moveTo>
                  <a:lnTo>
                    <a:pt x="188685" y="0"/>
                  </a:lnTo>
                  <a:lnTo>
                    <a:pt x="188685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L7</a:t>
              </a:r>
            </a:p>
          </p:txBody>
        </p:sp>
        <p:sp>
          <p:nvSpPr>
            <p:cNvPr id="396" name="Rectangle"/>
            <p:cNvSpPr/>
            <p:nvPr/>
          </p:nvSpPr>
          <p:spPr>
            <a:xfrm>
              <a:off x="13532" y="5958"/>
              <a:ext cx="361" cy="324"/>
            </a:xfrm>
            <a:custGeom>
              <a:avLst/>
              <a:gdLst/>
              <a:ahLst/>
              <a:cxnLst/>
              <a:rect l="l" t="t" r="r" b="b"/>
              <a:pathLst>
                <a:path w="229107" h="205739" stroke="0">
                  <a:moveTo>
                    <a:pt x="0" y="0"/>
                  </a:moveTo>
                  <a:lnTo>
                    <a:pt x="229107" y="0"/>
                  </a:lnTo>
                  <a:lnTo>
                    <a:pt x="229107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29107" h="205739" fill="none">
                  <a:moveTo>
                    <a:pt x="0" y="0"/>
                  </a:moveTo>
                  <a:lnTo>
                    <a:pt x="229107" y="0"/>
                  </a:lnTo>
                  <a:lnTo>
                    <a:pt x="229107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L6</a:t>
              </a:r>
            </a:p>
          </p:txBody>
        </p:sp>
        <p:sp>
          <p:nvSpPr>
            <p:cNvPr id="397" name="Rectangle"/>
            <p:cNvSpPr/>
            <p:nvPr/>
          </p:nvSpPr>
          <p:spPr>
            <a:xfrm>
              <a:off x="15406" y="5055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L5</a:t>
              </a:r>
            </a:p>
          </p:txBody>
        </p:sp>
        <p:sp>
          <p:nvSpPr>
            <p:cNvPr id="399" name="Rectangle"/>
            <p:cNvSpPr/>
            <p:nvPr/>
          </p:nvSpPr>
          <p:spPr>
            <a:xfrm>
              <a:off x="16090" y="3232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L4</a:t>
              </a:r>
            </a:p>
          </p:txBody>
        </p:sp>
        <p:sp>
          <p:nvSpPr>
            <p:cNvPr id="400" name="Rectangle"/>
            <p:cNvSpPr/>
            <p:nvPr/>
          </p:nvSpPr>
          <p:spPr>
            <a:xfrm>
              <a:off x="17355" y="1963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L2</a:t>
              </a:r>
            </a:p>
          </p:txBody>
        </p:sp>
        <p:sp>
          <p:nvSpPr>
            <p:cNvPr id="401" name="Rectangle"/>
            <p:cNvSpPr/>
            <p:nvPr/>
          </p:nvSpPr>
          <p:spPr>
            <a:xfrm>
              <a:off x="18635" y="2313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</a:t>
              </a:r>
            </a:p>
          </p:txBody>
        </p:sp>
        <p:sp>
          <p:nvSpPr>
            <p:cNvPr id="402" name="Rectangle"/>
            <p:cNvSpPr/>
            <p:nvPr/>
          </p:nvSpPr>
          <p:spPr>
            <a:xfrm>
              <a:off x="17900" y="3191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L3</a:t>
              </a:r>
            </a:p>
          </p:txBody>
        </p:sp>
        <p:sp>
          <p:nvSpPr>
            <p:cNvPr id="404" name="直线线路"/>
            <p:cNvSpPr/>
            <p:nvPr/>
          </p:nvSpPr>
          <p:spPr>
            <a:xfrm rot="9000000">
              <a:off x="-815" y="7756"/>
              <a:ext cx="7658" cy="132"/>
            </a:xfrm>
            <a:custGeom>
              <a:avLst/>
              <a:gdLst>
                <a:gd name="connsiteX0" fmla="*/ 28724 w 5165080"/>
                <a:gd name="connsiteY0" fmla="*/ 28724 h 60800"/>
                <a:gd name="connsiteX1" fmla="*/ 5134680 w 5165080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5165080" h="60800" stroke="0">
                  <a:moveTo>
                    <a:pt x="0" y="0"/>
                  </a:moveTo>
                  <a:lnTo>
                    <a:pt x="5165080" y="0"/>
                  </a:lnTo>
                  <a:lnTo>
                    <a:pt x="516508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5165080" h="60800" fill="none">
                  <a:moveTo>
                    <a:pt x="0" y="0"/>
                  </a:moveTo>
                  <a:lnTo>
                    <a:pt x="5165080" y="0"/>
                  </a:lnTo>
                  <a:lnTo>
                    <a:pt x="516508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05" name="组合 404"/>
            <p:cNvGrpSpPr/>
            <p:nvPr/>
          </p:nvGrpSpPr>
          <p:grpSpPr>
            <a:xfrm rot="10800000">
              <a:off x="5353" y="4916"/>
              <a:ext cx="164" cy="617"/>
              <a:chOff x="1254327" y="5866974"/>
              <a:chExt cx="103827" cy="391659"/>
            </a:xfrm>
          </p:grpSpPr>
          <p:pic>
            <p:nvPicPr>
              <p:cNvPr id="406" name="图片 40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5914875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07" name="图片 406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6106904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08" name="组合 407"/>
            <p:cNvGrpSpPr/>
            <p:nvPr/>
          </p:nvGrpSpPr>
          <p:grpSpPr>
            <a:xfrm rot="10800000">
              <a:off x="5353" y="4337"/>
              <a:ext cx="164" cy="617"/>
              <a:chOff x="1254327" y="6234532"/>
              <a:chExt cx="103827" cy="391659"/>
            </a:xfrm>
          </p:grpSpPr>
          <p:pic>
            <p:nvPicPr>
              <p:cNvPr id="409" name="图片 40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6282434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10" name="图片 40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6474463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11" name="组合 410"/>
            <p:cNvGrpSpPr/>
            <p:nvPr/>
          </p:nvGrpSpPr>
          <p:grpSpPr>
            <a:xfrm rot="10800000">
              <a:off x="5353" y="3767"/>
              <a:ext cx="164" cy="617"/>
              <a:chOff x="1254327" y="6596451"/>
              <a:chExt cx="103827" cy="391659"/>
            </a:xfrm>
          </p:grpSpPr>
          <p:pic>
            <p:nvPicPr>
              <p:cNvPr id="412" name="图片 41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6644353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13" name="图片 4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6836382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14" name="组合 413"/>
            <p:cNvGrpSpPr/>
            <p:nvPr/>
          </p:nvGrpSpPr>
          <p:grpSpPr>
            <a:xfrm rot="10800000">
              <a:off x="5353" y="6126"/>
              <a:ext cx="164" cy="617"/>
              <a:chOff x="1254327" y="5098856"/>
              <a:chExt cx="103827" cy="391659"/>
            </a:xfrm>
          </p:grpSpPr>
          <p:pic>
            <p:nvPicPr>
              <p:cNvPr id="415" name="图片 41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5146757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16" name="图片 41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5338786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sp>
          <p:nvSpPr>
            <p:cNvPr id="417" name="Rectangle"/>
            <p:cNvSpPr/>
            <p:nvPr/>
          </p:nvSpPr>
          <p:spPr>
            <a:xfrm rot="20760000">
              <a:off x="-1047" y="7863"/>
              <a:ext cx="1337" cy="468"/>
            </a:xfrm>
            <a:custGeom>
              <a:avLst/>
              <a:gdLst>
                <a:gd name="connsiteX0" fmla="*/ 0 w 935267"/>
                <a:gd name="connsiteY0" fmla="*/ 153947 h 307895"/>
                <a:gd name="connsiteX1" fmla="*/ 467634 w 935267"/>
                <a:gd name="connsiteY1" fmla="*/ 0 h 307895"/>
                <a:gd name="connsiteX2" fmla="*/ 935267 w 935267"/>
                <a:gd name="connsiteY2" fmla="*/ 153947 h 307895"/>
                <a:gd name="connsiteX3" fmla="*/ 467634 w 935267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935267" h="307895" stroke="0">
                  <a:moveTo>
                    <a:pt x="0" y="0"/>
                  </a:moveTo>
                  <a:lnTo>
                    <a:pt x="935267" y="0"/>
                  </a:lnTo>
                  <a:lnTo>
                    <a:pt x="935267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935267" h="307895" fill="none">
                  <a:moveTo>
                    <a:pt x="0" y="0"/>
                  </a:moveTo>
                  <a:lnTo>
                    <a:pt x="935267" y="0"/>
                  </a:lnTo>
                  <a:lnTo>
                    <a:pt x="935267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Rectangle"/>
            <p:cNvSpPr/>
            <p:nvPr/>
          </p:nvSpPr>
          <p:spPr>
            <a:xfrm rot="9000000">
              <a:off x="-387" y="9130"/>
              <a:ext cx="1473" cy="485"/>
            </a:xfrm>
            <a:custGeom>
              <a:avLst/>
              <a:gdLst>
                <a:gd name="connsiteX0" fmla="*/ 0 w 935264"/>
                <a:gd name="connsiteY0" fmla="*/ 153948 h 307895"/>
                <a:gd name="connsiteX1" fmla="*/ 467632 w 935264"/>
                <a:gd name="connsiteY1" fmla="*/ 0 h 307895"/>
                <a:gd name="connsiteX2" fmla="*/ 935264 w 935264"/>
                <a:gd name="connsiteY2" fmla="*/ 153948 h 307895"/>
                <a:gd name="connsiteX3" fmla="*/ 467632 w 935264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935264" h="307895" stroke="0">
                  <a:moveTo>
                    <a:pt x="0" y="0"/>
                  </a:moveTo>
                  <a:lnTo>
                    <a:pt x="935264" y="0"/>
                  </a:lnTo>
                  <a:lnTo>
                    <a:pt x="935264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935264" h="307895" fill="none">
                  <a:moveTo>
                    <a:pt x="0" y="0"/>
                  </a:moveTo>
                  <a:lnTo>
                    <a:pt x="935264" y="0"/>
                  </a:lnTo>
                  <a:lnTo>
                    <a:pt x="935264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48" name="图片 34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4400000">
              <a:off x="2777" y="7801"/>
              <a:ext cx="314" cy="164"/>
            </a:xfrm>
            <a:prstGeom prst="rect">
              <a:avLst/>
            </a:prstGeom>
            <a:ln w="7600" cap="flat">
              <a:noFill/>
              <a:miter/>
            </a:ln>
          </p:spPr>
        </p:pic>
        <p:pic>
          <p:nvPicPr>
            <p:cNvPr id="421" name="图片 42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4400000">
              <a:off x="939" y="8873"/>
              <a:ext cx="314" cy="164"/>
            </a:xfrm>
            <a:prstGeom prst="rect">
              <a:avLst/>
            </a:prstGeom>
            <a:ln w="7600" cap="flat">
              <a:noFill/>
              <a:miter/>
            </a:ln>
          </p:spPr>
        </p:pic>
        <p:grpSp>
          <p:nvGrpSpPr>
            <p:cNvPr id="422" name="组合 421"/>
            <p:cNvGrpSpPr/>
            <p:nvPr/>
          </p:nvGrpSpPr>
          <p:grpSpPr>
            <a:xfrm rot="10800000">
              <a:off x="9229" y="4369"/>
              <a:ext cx="164" cy="617"/>
              <a:chOff x="-1206843" y="6214252"/>
              <a:chExt cx="103827" cy="391659"/>
            </a:xfrm>
          </p:grpSpPr>
          <p:pic>
            <p:nvPicPr>
              <p:cNvPr id="423" name="图片 42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6262153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24" name="图片 423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6454182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25" name="组合 424"/>
            <p:cNvGrpSpPr/>
            <p:nvPr/>
          </p:nvGrpSpPr>
          <p:grpSpPr>
            <a:xfrm rot="10800000">
              <a:off x="9229" y="4974"/>
              <a:ext cx="164" cy="617"/>
              <a:chOff x="-1206843" y="5830193"/>
              <a:chExt cx="103827" cy="391659"/>
            </a:xfrm>
          </p:grpSpPr>
          <p:pic>
            <p:nvPicPr>
              <p:cNvPr id="426" name="图片 42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878094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27" name="图片 426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6070123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28" name="组合 427"/>
            <p:cNvGrpSpPr/>
            <p:nvPr/>
          </p:nvGrpSpPr>
          <p:grpSpPr>
            <a:xfrm rot="10800000">
              <a:off x="9229" y="6145"/>
              <a:ext cx="164" cy="617"/>
              <a:chOff x="-1206843" y="5086175"/>
              <a:chExt cx="103827" cy="391659"/>
            </a:xfrm>
          </p:grpSpPr>
          <p:pic>
            <p:nvPicPr>
              <p:cNvPr id="429" name="图片 42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134076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30" name="图片 42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326105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31" name="组合 430"/>
            <p:cNvGrpSpPr/>
            <p:nvPr/>
          </p:nvGrpSpPr>
          <p:grpSpPr>
            <a:xfrm rot="10800000">
              <a:off x="9229" y="7009"/>
              <a:ext cx="164" cy="617"/>
              <a:chOff x="-1206843" y="4537889"/>
              <a:chExt cx="103827" cy="391659"/>
            </a:xfrm>
          </p:grpSpPr>
          <p:pic>
            <p:nvPicPr>
              <p:cNvPr id="432" name="图片 43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4585790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33" name="图片 43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4777820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sp>
          <p:nvSpPr>
            <p:cNvPr id="505" name="Rectangle"/>
            <p:cNvSpPr/>
            <p:nvPr/>
          </p:nvSpPr>
          <p:spPr>
            <a:xfrm>
              <a:off x="17387" y="2136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37m</a:t>
              </a:r>
            </a:p>
          </p:txBody>
        </p:sp>
        <p:sp>
          <p:nvSpPr>
            <p:cNvPr id="507" name="Rectangle"/>
            <p:cNvSpPr/>
            <p:nvPr/>
          </p:nvSpPr>
          <p:spPr>
            <a:xfrm rot="18900000">
              <a:off x="17604" y="2628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45.5m</a:t>
              </a:r>
            </a:p>
          </p:txBody>
        </p:sp>
        <p:sp>
          <p:nvSpPr>
            <p:cNvPr id="508" name="Rectangle"/>
            <p:cNvSpPr/>
            <p:nvPr/>
          </p:nvSpPr>
          <p:spPr>
            <a:xfrm rot="18900000">
              <a:off x="16400" y="3899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81.4m</a:t>
              </a:r>
            </a:p>
          </p:txBody>
        </p:sp>
        <p:sp>
          <p:nvSpPr>
            <p:cNvPr id="509" name="Rectangle"/>
            <p:cNvSpPr/>
            <p:nvPr/>
          </p:nvSpPr>
          <p:spPr>
            <a:xfrm rot="18720000">
              <a:off x="14527" y="5403"/>
              <a:ext cx="875" cy="213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55.7m</a:t>
              </a:r>
            </a:p>
          </p:txBody>
        </p:sp>
        <p:sp>
          <p:nvSpPr>
            <p:cNvPr id="510" name="Rectangle"/>
            <p:cNvSpPr/>
            <p:nvPr/>
          </p:nvSpPr>
          <p:spPr>
            <a:xfrm rot="20700000">
              <a:off x="11453" y="6191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41.5m</a:t>
              </a:r>
            </a:p>
          </p:txBody>
        </p:sp>
        <p:sp>
          <p:nvSpPr>
            <p:cNvPr id="511" name="Rectangle"/>
            <p:cNvSpPr/>
            <p:nvPr/>
          </p:nvSpPr>
          <p:spPr>
            <a:xfrm>
              <a:off x="9743" y="7542"/>
              <a:ext cx="695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71.6</a:t>
              </a:r>
            </a:p>
          </p:txBody>
        </p:sp>
        <p:sp>
          <p:nvSpPr>
            <p:cNvPr id="512" name="Rectangle"/>
            <p:cNvSpPr/>
            <p:nvPr/>
          </p:nvSpPr>
          <p:spPr>
            <a:xfrm>
              <a:off x="12729" y="4846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113m</a:t>
              </a:r>
            </a:p>
          </p:txBody>
        </p:sp>
        <p:sp>
          <p:nvSpPr>
            <p:cNvPr id="513" name="Rectangle"/>
            <p:cNvSpPr/>
            <p:nvPr/>
          </p:nvSpPr>
          <p:spPr>
            <a:xfrm>
              <a:off x="9994" y="6698"/>
              <a:ext cx="691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70.1m</a:t>
              </a:r>
            </a:p>
          </p:txBody>
        </p:sp>
        <p:sp>
          <p:nvSpPr>
            <p:cNvPr id="514" name="Rectangle"/>
            <p:cNvSpPr/>
            <p:nvPr/>
          </p:nvSpPr>
          <p:spPr>
            <a:xfrm>
              <a:off x="6955" y="7442"/>
              <a:ext cx="1173" cy="485"/>
            </a:xfrm>
            <a:custGeom>
              <a:avLst/>
              <a:gdLst>
                <a:gd name="connsiteX0" fmla="*/ 0 w 744613"/>
                <a:gd name="connsiteY0" fmla="*/ 153948 h 307895"/>
                <a:gd name="connsiteX1" fmla="*/ 372306 w 744613"/>
                <a:gd name="connsiteY1" fmla="*/ 0 h 307895"/>
                <a:gd name="connsiteX2" fmla="*/ 744613 w 744613"/>
                <a:gd name="connsiteY2" fmla="*/ 153948 h 307895"/>
                <a:gd name="connsiteX3" fmla="*/ 372306 w 744613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744613" h="307895" stroke="0">
                  <a:moveTo>
                    <a:pt x="0" y="0"/>
                  </a:moveTo>
                  <a:lnTo>
                    <a:pt x="744613" y="0"/>
                  </a:lnTo>
                  <a:lnTo>
                    <a:pt x="744613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744613" h="307895" fill="none">
                  <a:moveTo>
                    <a:pt x="0" y="0"/>
                  </a:moveTo>
                  <a:lnTo>
                    <a:pt x="744613" y="0"/>
                  </a:lnTo>
                  <a:lnTo>
                    <a:pt x="744613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" name="Rectangle"/>
            <p:cNvSpPr/>
            <p:nvPr/>
          </p:nvSpPr>
          <p:spPr>
            <a:xfrm rot="10800000">
              <a:off x="6541" y="6579"/>
              <a:ext cx="1811" cy="549"/>
            </a:xfrm>
            <a:custGeom>
              <a:avLst/>
              <a:gdLst>
                <a:gd name="connsiteX0" fmla="*/ 0 w 697779"/>
                <a:gd name="connsiteY0" fmla="*/ 153948 h 307895"/>
                <a:gd name="connsiteX1" fmla="*/ 348889 w 697779"/>
                <a:gd name="connsiteY1" fmla="*/ 0 h 307895"/>
                <a:gd name="connsiteX2" fmla="*/ 697779 w 697779"/>
                <a:gd name="connsiteY2" fmla="*/ 153948 h 307895"/>
                <a:gd name="connsiteX3" fmla="*/ 348889 w 697779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697779" h="307895" stroke="0">
                  <a:moveTo>
                    <a:pt x="0" y="0"/>
                  </a:moveTo>
                  <a:lnTo>
                    <a:pt x="697779" y="0"/>
                  </a:lnTo>
                  <a:lnTo>
                    <a:pt x="697779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697779" h="307895" fill="none">
                  <a:moveTo>
                    <a:pt x="0" y="0"/>
                  </a:moveTo>
                  <a:lnTo>
                    <a:pt x="697779" y="0"/>
                  </a:lnTo>
                  <a:lnTo>
                    <a:pt x="697779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" name="Rectangle"/>
            <p:cNvSpPr/>
            <p:nvPr/>
          </p:nvSpPr>
          <p:spPr>
            <a:xfrm>
              <a:off x="8176" y="7542"/>
              <a:ext cx="698" cy="281"/>
            </a:xfrm>
            <a:custGeom>
              <a:avLst/>
              <a:gdLst/>
              <a:ahLst/>
              <a:cxnLst/>
              <a:rect l="l" t="t" r="r" b="b"/>
              <a:pathLst>
                <a:path w="477961" h="505495" stroke="0">
                  <a:moveTo>
                    <a:pt x="0" y="0"/>
                  </a:moveTo>
                  <a:lnTo>
                    <a:pt x="477961" y="0"/>
                  </a:lnTo>
                  <a:lnTo>
                    <a:pt x="477961" y="505495"/>
                  </a:lnTo>
                  <a:lnTo>
                    <a:pt x="0" y="505495"/>
                  </a:lnTo>
                  <a:lnTo>
                    <a:pt x="0" y="0"/>
                  </a:lnTo>
                  <a:close/>
                </a:path>
                <a:path w="477961" h="505495" fill="none">
                  <a:moveTo>
                    <a:pt x="0" y="0"/>
                  </a:moveTo>
                  <a:lnTo>
                    <a:pt x="477961" y="0"/>
                  </a:lnTo>
                  <a:lnTo>
                    <a:pt x="477961" y="505495"/>
                  </a:lnTo>
                  <a:lnTo>
                    <a:pt x="0" y="5054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19.2m</a:t>
              </a:r>
            </a:p>
          </p:txBody>
        </p:sp>
        <p:sp>
          <p:nvSpPr>
            <p:cNvPr id="517" name="Rectangle"/>
            <p:cNvSpPr/>
            <p:nvPr/>
          </p:nvSpPr>
          <p:spPr>
            <a:xfrm>
              <a:off x="8592" y="6685"/>
              <a:ext cx="753" cy="243"/>
            </a:xfrm>
            <a:custGeom>
              <a:avLst/>
              <a:gdLst/>
              <a:ahLst/>
              <a:cxnLst/>
              <a:rect l="l" t="t" r="r" b="b"/>
              <a:pathLst>
                <a:path w="477961" h="382237" stroke="0">
                  <a:moveTo>
                    <a:pt x="0" y="0"/>
                  </a:moveTo>
                  <a:lnTo>
                    <a:pt x="477961" y="0"/>
                  </a:lnTo>
                  <a:lnTo>
                    <a:pt x="477961" y="382237"/>
                  </a:lnTo>
                  <a:lnTo>
                    <a:pt x="0" y="382237"/>
                  </a:lnTo>
                  <a:lnTo>
                    <a:pt x="0" y="0"/>
                  </a:lnTo>
                  <a:close/>
                </a:path>
                <a:path w="477961" h="382237" fill="none">
                  <a:moveTo>
                    <a:pt x="0" y="0"/>
                  </a:moveTo>
                  <a:lnTo>
                    <a:pt x="477961" y="0"/>
                  </a:lnTo>
                  <a:lnTo>
                    <a:pt x="477961" y="382237"/>
                  </a:lnTo>
                  <a:lnTo>
                    <a:pt x="0" y="3822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19m</a:t>
              </a:r>
            </a:p>
          </p:txBody>
        </p:sp>
        <p:sp>
          <p:nvSpPr>
            <p:cNvPr id="518" name="Rectangle"/>
            <p:cNvSpPr/>
            <p:nvPr/>
          </p:nvSpPr>
          <p:spPr>
            <a:xfrm>
              <a:off x="6043" y="7524"/>
              <a:ext cx="749" cy="341"/>
            </a:xfrm>
            <a:custGeom>
              <a:avLst/>
              <a:gdLst/>
              <a:ahLst/>
              <a:cxnLst/>
              <a:rect l="l" t="t" r="r" b="b"/>
              <a:pathLst>
                <a:path w="641368" h="338295" stroke="0">
                  <a:moveTo>
                    <a:pt x="0" y="0"/>
                  </a:moveTo>
                  <a:lnTo>
                    <a:pt x="641368" y="0"/>
                  </a:lnTo>
                  <a:lnTo>
                    <a:pt x="641368" y="338295"/>
                  </a:lnTo>
                  <a:lnTo>
                    <a:pt x="0" y="338295"/>
                  </a:lnTo>
                  <a:lnTo>
                    <a:pt x="0" y="0"/>
                  </a:lnTo>
                  <a:close/>
                </a:path>
                <a:path w="641368" h="338295" fill="none">
                  <a:moveTo>
                    <a:pt x="0" y="0"/>
                  </a:moveTo>
                  <a:lnTo>
                    <a:pt x="641368" y="0"/>
                  </a:lnTo>
                  <a:lnTo>
                    <a:pt x="641368" y="338295"/>
                  </a:lnTo>
                  <a:lnTo>
                    <a:pt x="0" y="3382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3.3m</a:t>
              </a:r>
            </a:p>
          </p:txBody>
        </p:sp>
        <p:sp>
          <p:nvSpPr>
            <p:cNvPr id="519" name="Rectangle"/>
            <p:cNvSpPr/>
            <p:nvPr/>
          </p:nvSpPr>
          <p:spPr>
            <a:xfrm>
              <a:off x="5638" y="6699"/>
              <a:ext cx="901" cy="323"/>
            </a:xfrm>
            <a:custGeom>
              <a:avLst/>
              <a:gdLst/>
              <a:ahLst/>
              <a:cxnLst/>
              <a:rect l="l" t="t" r="r" b="b"/>
              <a:pathLst>
                <a:path w="891522" h="205739" stroke="0">
                  <a:moveTo>
                    <a:pt x="0" y="0"/>
                  </a:moveTo>
                  <a:lnTo>
                    <a:pt x="891522" y="0"/>
                  </a:lnTo>
                  <a:lnTo>
                    <a:pt x="891522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891522" h="205739" fill="none">
                  <a:moveTo>
                    <a:pt x="0" y="0"/>
                  </a:moveTo>
                  <a:lnTo>
                    <a:pt x="891522" y="0"/>
                  </a:lnTo>
                  <a:lnTo>
                    <a:pt x="891522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31.9m</a:t>
              </a:r>
            </a:p>
          </p:txBody>
        </p:sp>
        <p:sp>
          <p:nvSpPr>
            <p:cNvPr id="520" name="Rectangle"/>
            <p:cNvSpPr/>
            <p:nvPr/>
          </p:nvSpPr>
          <p:spPr>
            <a:xfrm>
              <a:off x="12729" y="3869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239.2m</a:t>
              </a:r>
            </a:p>
          </p:txBody>
        </p:sp>
        <p:sp>
          <p:nvSpPr>
            <p:cNvPr id="521" name="Rectangle"/>
            <p:cNvSpPr/>
            <p:nvPr/>
          </p:nvSpPr>
          <p:spPr>
            <a:xfrm>
              <a:off x="12729" y="3017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258.5m</a:t>
              </a:r>
            </a:p>
          </p:txBody>
        </p:sp>
        <p:sp>
          <p:nvSpPr>
            <p:cNvPr id="522" name="Rectangle"/>
            <p:cNvSpPr/>
            <p:nvPr/>
          </p:nvSpPr>
          <p:spPr>
            <a:xfrm>
              <a:off x="12692" y="2166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317.8m</a:t>
              </a:r>
            </a:p>
          </p:txBody>
        </p:sp>
        <p:sp>
          <p:nvSpPr>
            <p:cNvPr id="523" name="Rectangle"/>
            <p:cNvSpPr/>
            <p:nvPr/>
          </p:nvSpPr>
          <p:spPr>
            <a:xfrm>
              <a:off x="12692" y="1183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31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3.6m</a:t>
              </a:r>
            </a:p>
          </p:txBody>
        </p:sp>
        <p:sp>
          <p:nvSpPr>
            <p:cNvPr id="524" name="Rectangle"/>
            <p:cNvSpPr/>
            <p:nvPr/>
          </p:nvSpPr>
          <p:spPr>
            <a:xfrm rot="10800000">
              <a:off x="5517" y="3778"/>
              <a:ext cx="3271" cy="485"/>
            </a:xfrm>
            <a:custGeom>
              <a:avLst/>
              <a:gdLst>
                <a:gd name="connsiteX0" fmla="*/ 0 w 2077073"/>
                <a:gd name="connsiteY0" fmla="*/ 153948 h 307895"/>
                <a:gd name="connsiteX1" fmla="*/ 1038537 w 2077073"/>
                <a:gd name="connsiteY1" fmla="*/ 0 h 307895"/>
                <a:gd name="connsiteX2" fmla="*/ 2077073 w 2077073"/>
                <a:gd name="connsiteY2" fmla="*/ 153948 h 307895"/>
                <a:gd name="connsiteX3" fmla="*/ 1038537 w 2077073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2077073" h="307895" stroke="0">
                  <a:moveTo>
                    <a:pt x="0" y="0"/>
                  </a:moveTo>
                  <a:lnTo>
                    <a:pt x="2077073" y="0"/>
                  </a:lnTo>
                  <a:lnTo>
                    <a:pt x="2077073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2077073" h="307895" fill="none">
                  <a:moveTo>
                    <a:pt x="0" y="0"/>
                  </a:moveTo>
                  <a:lnTo>
                    <a:pt x="2077073" y="0"/>
                  </a:lnTo>
                  <a:lnTo>
                    <a:pt x="2077073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" name="Rectangle"/>
            <p:cNvSpPr/>
            <p:nvPr/>
          </p:nvSpPr>
          <p:spPr>
            <a:xfrm>
              <a:off x="9113" y="3860"/>
              <a:ext cx="898" cy="311"/>
            </a:xfrm>
            <a:custGeom>
              <a:avLst/>
              <a:gdLst/>
              <a:ahLst/>
              <a:cxnLst/>
              <a:rect l="l" t="t" r="r" b="b"/>
              <a:pathLst>
                <a:path w="570391" h="319200" stroke="0">
                  <a:moveTo>
                    <a:pt x="0" y="0"/>
                  </a:moveTo>
                  <a:lnTo>
                    <a:pt x="570391" y="0"/>
                  </a:lnTo>
                  <a:lnTo>
                    <a:pt x="570391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  <a:path w="570391" h="319200" fill="none">
                  <a:moveTo>
                    <a:pt x="0" y="0"/>
                  </a:moveTo>
                  <a:lnTo>
                    <a:pt x="570391" y="0"/>
                  </a:lnTo>
                  <a:lnTo>
                    <a:pt x="570391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5.5m</a:t>
              </a:r>
            </a:p>
          </p:txBody>
        </p:sp>
        <p:sp>
          <p:nvSpPr>
            <p:cNvPr id="526" name="Rectangle"/>
            <p:cNvSpPr/>
            <p:nvPr/>
          </p:nvSpPr>
          <p:spPr>
            <a:xfrm>
              <a:off x="8756" y="3859"/>
              <a:ext cx="604" cy="376"/>
            </a:xfrm>
            <a:custGeom>
              <a:avLst/>
              <a:gdLst/>
              <a:ahLst/>
              <a:cxnLst/>
              <a:rect l="l" t="t" r="r" b="b"/>
              <a:pathLst>
                <a:path w="303130" h="577600" stroke="0">
                  <a:moveTo>
                    <a:pt x="0" y="0"/>
                  </a:moveTo>
                  <a:lnTo>
                    <a:pt x="303130" y="0"/>
                  </a:lnTo>
                  <a:lnTo>
                    <a:pt x="303130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  <a:path w="303130" h="577600" fill="none">
                  <a:moveTo>
                    <a:pt x="0" y="0"/>
                  </a:moveTo>
                  <a:lnTo>
                    <a:pt x="303130" y="0"/>
                  </a:lnTo>
                  <a:lnTo>
                    <a:pt x="303130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14.8m</a:t>
              </a:r>
            </a:p>
          </p:txBody>
        </p:sp>
        <p:sp>
          <p:nvSpPr>
            <p:cNvPr id="527" name="Rectangle"/>
            <p:cNvSpPr/>
            <p:nvPr/>
          </p:nvSpPr>
          <p:spPr>
            <a:xfrm>
              <a:off x="6639" y="3881"/>
              <a:ext cx="1196" cy="299"/>
            </a:xfrm>
            <a:custGeom>
              <a:avLst/>
              <a:gdLst/>
              <a:ahLst/>
              <a:cxnLst/>
              <a:rect l="l" t="t" r="r" b="b"/>
              <a:pathLst>
                <a:path w="759382" h="190000" stroke="0">
                  <a:moveTo>
                    <a:pt x="0" y="0"/>
                  </a:moveTo>
                  <a:lnTo>
                    <a:pt x="759382" y="0"/>
                  </a:lnTo>
                  <a:lnTo>
                    <a:pt x="759382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759382" h="190000" fill="none">
                  <a:moveTo>
                    <a:pt x="0" y="0"/>
                  </a:moveTo>
                  <a:lnTo>
                    <a:pt x="759382" y="0"/>
                  </a:lnTo>
                  <a:lnTo>
                    <a:pt x="759382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151.2m</a:t>
              </a:r>
            </a:p>
          </p:txBody>
        </p:sp>
        <p:sp>
          <p:nvSpPr>
            <p:cNvPr id="528" name="Rectangle"/>
            <p:cNvSpPr/>
            <p:nvPr/>
          </p:nvSpPr>
          <p:spPr>
            <a:xfrm>
              <a:off x="3917" y="3857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27.5m</a:t>
              </a:r>
            </a:p>
          </p:txBody>
        </p:sp>
        <p:sp>
          <p:nvSpPr>
            <p:cNvPr id="529" name="Rectangle"/>
            <p:cNvSpPr/>
            <p:nvPr/>
          </p:nvSpPr>
          <p:spPr>
            <a:xfrm>
              <a:off x="2375" y="3851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41.5m</a:t>
              </a:r>
            </a:p>
          </p:txBody>
        </p:sp>
        <p:sp>
          <p:nvSpPr>
            <p:cNvPr id="530" name="Rectangle"/>
            <p:cNvSpPr/>
            <p:nvPr/>
          </p:nvSpPr>
          <p:spPr>
            <a:xfrm>
              <a:off x="1663" y="3844"/>
              <a:ext cx="687" cy="301"/>
            </a:xfrm>
            <a:custGeom>
              <a:avLst/>
              <a:gdLst/>
              <a:ahLst/>
              <a:cxnLst/>
              <a:rect l="l" t="t" r="r" b="b"/>
              <a:pathLst>
                <a:path w="372039" h="448400" stroke="0">
                  <a:moveTo>
                    <a:pt x="0" y="0"/>
                  </a:moveTo>
                  <a:lnTo>
                    <a:pt x="372039" y="0"/>
                  </a:lnTo>
                  <a:lnTo>
                    <a:pt x="372039" y="448400"/>
                  </a:lnTo>
                  <a:lnTo>
                    <a:pt x="0" y="448400"/>
                  </a:lnTo>
                  <a:lnTo>
                    <a:pt x="0" y="0"/>
                  </a:lnTo>
                  <a:close/>
                </a:path>
                <a:path w="372039" h="448400" fill="none">
                  <a:moveTo>
                    <a:pt x="0" y="0"/>
                  </a:moveTo>
                  <a:lnTo>
                    <a:pt x="372039" y="0"/>
                  </a:lnTo>
                  <a:lnTo>
                    <a:pt x="372039" y="448400"/>
                  </a:lnTo>
                  <a:lnTo>
                    <a:pt x="0" y="448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17.9m</a:t>
              </a:r>
            </a:p>
          </p:txBody>
        </p:sp>
        <p:sp>
          <p:nvSpPr>
            <p:cNvPr id="531" name="Rectangle"/>
            <p:cNvSpPr/>
            <p:nvPr/>
          </p:nvSpPr>
          <p:spPr>
            <a:xfrm>
              <a:off x="-709" y="3814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114m</a:t>
              </a:r>
            </a:p>
          </p:txBody>
        </p:sp>
        <p:sp>
          <p:nvSpPr>
            <p:cNvPr id="532" name="Rectangle"/>
            <p:cNvSpPr/>
            <p:nvPr/>
          </p:nvSpPr>
          <p:spPr>
            <a:xfrm rot="17880000">
              <a:off x="-3" y="5650"/>
              <a:ext cx="1139" cy="485"/>
            </a:xfrm>
            <a:custGeom>
              <a:avLst/>
              <a:gdLst>
                <a:gd name="connsiteX0" fmla="*/ 0 w 723105"/>
                <a:gd name="connsiteY0" fmla="*/ 153948 h 307895"/>
                <a:gd name="connsiteX1" fmla="*/ 361552 w 723105"/>
                <a:gd name="connsiteY1" fmla="*/ 0 h 307895"/>
                <a:gd name="connsiteX2" fmla="*/ 723105 w 723105"/>
                <a:gd name="connsiteY2" fmla="*/ 153948 h 307895"/>
                <a:gd name="connsiteX3" fmla="*/ 361552 w 723105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723105" h="307895" stroke="0">
                  <a:moveTo>
                    <a:pt x="0" y="0"/>
                  </a:moveTo>
                  <a:lnTo>
                    <a:pt x="723105" y="0"/>
                  </a:lnTo>
                  <a:lnTo>
                    <a:pt x="723105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723105" h="307895" fill="none">
                  <a:moveTo>
                    <a:pt x="0" y="0"/>
                  </a:moveTo>
                  <a:lnTo>
                    <a:pt x="723105" y="0"/>
                  </a:lnTo>
                  <a:lnTo>
                    <a:pt x="723105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" name="Rectangle"/>
            <p:cNvSpPr/>
            <p:nvPr/>
          </p:nvSpPr>
          <p:spPr>
            <a:xfrm rot="18000000">
              <a:off x="503" y="4626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42.3m</a:t>
              </a:r>
            </a:p>
          </p:txBody>
        </p:sp>
        <p:sp>
          <p:nvSpPr>
            <p:cNvPr id="534" name="Rectangle"/>
            <p:cNvSpPr/>
            <p:nvPr/>
          </p:nvSpPr>
          <p:spPr>
            <a:xfrm rot="18900000">
              <a:off x="4285" y="3235"/>
              <a:ext cx="927" cy="257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36.9m</a:t>
              </a:r>
            </a:p>
          </p:txBody>
        </p:sp>
        <p:sp>
          <p:nvSpPr>
            <p:cNvPr id="535" name="Rectangle"/>
            <p:cNvSpPr/>
            <p:nvPr/>
          </p:nvSpPr>
          <p:spPr>
            <a:xfrm>
              <a:off x="9743" y="5769"/>
              <a:ext cx="84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69.1m</a:t>
              </a:r>
            </a:p>
          </p:txBody>
        </p:sp>
        <p:sp>
          <p:nvSpPr>
            <p:cNvPr id="536" name="Rectangle"/>
            <p:cNvSpPr/>
            <p:nvPr/>
          </p:nvSpPr>
          <p:spPr>
            <a:xfrm rot="2640000">
              <a:off x="10570" y="5216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68.2m</a:t>
              </a:r>
            </a:p>
          </p:txBody>
        </p:sp>
        <p:sp>
          <p:nvSpPr>
            <p:cNvPr id="537" name="Rectangle"/>
            <p:cNvSpPr/>
            <p:nvPr/>
          </p:nvSpPr>
          <p:spPr>
            <a:xfrm rot="2100000">
              <a:off x="9506" y="4388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45.4m</a:t>
              </a:r>
            </a:p>
          </p:txBody>
        </p:sp>
        <p:sp>
          <p:nvSpPr>
            <p:cNvPr id="538" name="Rectangle"/>
            <p:cNvSpPr/>
            <p:nvPr/>
          </p:nvSpPr>
          <p:spPr>
            <a:xfrm rot="10800000">
              <a:off x="6538" y="5656"/>
              <a:ext cx="2336" cy="502"/>
            </a:xfrm>
            <a:custGeom>
              <a:avLst/>
              <a:gdLst>
                <a:gd name="connsiteX0" fmla="*/ 0 w 1483254"/>
                <a:gd name="connsiteY0" fmla="*/ 159393 h 318785"/>
                <a:gd name="connsiteX1" fmla="*/ 741627 w 1483254"/>
                <a:gd name="connsiteY1" fmla="*/ 0 h 318785"/>
                <a:gd name="connsiteX2" fmla="*/ 1483254 w 1483254"/>
                <a:gd name="connsiteY2" fmla="*/ 159393 h 318785"/>
                <a:gd name="connsiteX3" fmla="*/ 741627 w 1483254"/>
                <a:gd name="connsiteY3" fmla="*/ 318785 h 31878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483254" h="318785" stroke="0">
                  <a:moveTo>
                    <a:pt x="0" y="0"/>
                  </a:moveTo>
                  <a:lnTo>
                    <a:pt x="1483254" y="0"/>
                  </a:lnTo>
                  <a:lnTo>
                    <a:pt x="1483254" y="318785"/>
                  </a:lnTo>
                  <a:lnTo>
                    <a:pt x="0" y="318785"/>
                  </a:lnTo>
                  <a:lnTo>
                    <a:pt x="0" y="0"/>
                  </a:lnTo>
                  <a:close/>
                </a:path>
                <a:path w="1483254" h="318785" fill="none">
                  <a:moveTo>
                    <a:pt x="0" y="0"/>
                  </a:moveTo>
                  <a:lnTo>
                    <a:pt x="1483254" y="0"/>
                  </a:lnTo>
                  <a:lnTo>
                    <a:pt x="1483254" y="318785"/>
                  </a:lnTo>
                  <a:lnTo>
                    <a:pt x="0" y="31878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9" name="Rectangle"/>
            <p:cNvSpPr/>
            <p:nvPr/>
          </p:nvSpPr>
          <p:spPr>
            <a:xfrm>
              <a:off x="8772" y="5796"/>
              <a:ext cx="604" cy="304"/>
            </a:xfrm>
            <a:custGeom>
              <a:avLst/>
              <a:gdLst/>
              <a:ahLst/>
              <a:cxnLst/>
              <a:rect l="l" t="t" r="r" b="b"/>
              <a:pathLst>
                <a:path w="303130" h="577600" stroke="0">
                  <a:moveTo>
                    <a:pt x="0" y="0"/>
                  </a:moveTo>
                  <a:lnTo>
                    <a:pt x="303130" y="0"/>
                  </a:lnTo>
                  <a:lnTo>
                    <a:pt x="303130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  <a:path w="303130" h="577600" fill="none">
                  <a:moveTo>
                    <a:pt x="0" y="0"/>
                  </a:moveTo>
                  <a:lnTo>
                    <a:pt x="303130" y="0"/>
                  </a:lnTo>
                  <a:lnTo>
                    <a:pt x="303130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10.8m</a:t>
              </a:r>
            </a:p>
          </p:txBody>
        </p:sp>
        <p:sp>
          <p:nvSpPr>
            <p:cNvPr id="540" name="Rectangle"/>
            <p:cNvSpPr/>
            <p:nvPr/>
          </p:nvSpPr>
          <p:spPr>
            <a:xfrm>
              <a:off x="7100" y="5757"/>
              <a:ext cx="1196" cy="299"/>
            </a:xfrm>
            <a:custGeom>
              <a:avLst/>
              <a:gdLst/>
              <a:ahLst/>
              <a:cxnLst/>
              <a:rect l="l" t="t" r="r" b="b"/>
              <a:pathLst>
                <a:path w="759382" h="190000" stroke="0">
                  <a:moveTo>
                    <a:pt x="0" y="0"/>
                  </a:moveTo>
                  <a:lnTo>
                    <a:pt x="759382" y="0"/>
                  </a:lnTo>
                  <a:lnTo>
                    <a:pt x="759382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759382" h="190000" fill="none">
                  <a:moveTo>
                    <a:pt x="0" y="0"/>
                  </a:moveTo>
                  <a:lnTo>
                    <a:pt x="759382" y="0"/>
                  </a:lnTo>
                  <a:lnTo>
                    <a:pt x="759382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95m</a:t>
              </a:r>
            </a:p>
          </p:txBody>
        </p:sp>
        <p:sp>
          <p:nvSpPr>
            <p:cNvPr id="541" name="Rectangle"/>
            <p:cNvSpPr/>
            <p:nvPr/>
          </p:nvSpPr>
          <p:spPr>
            <a:xfrm rot="19320000">
              <a:off x="5385" y="6037"/>
              <a:ext cx="902" cy="379"/>
            </a:xfrm>
            <a:custGeom>
              <a:avLst/>
              <a:gdLst>
                <a:gd name="rtr" fmla="*/ 572500 w 572500"/>
                <a:gd name="rtb" fmla="*/ 319200 h 319200"/>
              </a:gdLst>
              <a:ahLst/>
              <a:cxnLst/>
              <a:rect l="l" t="t" r="rtr" b="rtb"/>
              <a:pathLst>
                <a:path w="572500" h="319200" stroke="0">
                  <a:moveTo>
                    <a:pt x="0" y="0"/>
                  </a:moveTo>
                  <a:lnTo>
                    <a:pt x="572500" y="0"/>
                  </a:lnTo>
                  <a:lnTo>
                    <a:pt x="572500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  <a:path w="572500" h="319200" fill="none">
                  <a:moveTo>
                    <a:pt x="0" y="0"/>
                  </a:moveTo>
                  <a:lnTo>
                    <a:pt x="572500" y="0"/>
                  </a:lnTo>
                  <a:lnTo>
                    <a:pt x="572500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16.7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</a:t>
              </a:r>
            </a:p>
          </p:txBody>
        </p:sp>
        <p:sp>
          <p:nvSpPr>
            <p:cNvPr id="543" name="Rectangle"/>
            <p:cNvSpPr/>
            <p:nvPr/>
          </p:nvSpPr>
          <p:spPr>
            <a:xfrm>
              <a:off x="6043" y="2136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154.5m</a:t>
              </a:r>
            </a:p>
          </p:txBody>
        </p:sp>
        <p:sp>
          <p:nvSpPr>
            <p:cNvPr id="544" name="Rectangle"/>
            <p:cNvSpPr/>
            <p:nvPr/>
          </p:nvSpPr>
          <p:spPr>
            <a:xfrm rot="19800000">
              <a:off x="4048" y="6653"/>
              <a:ext cx="1494" cy="299"/>
            </a:xfrm>
            <a:custGeom>
              <a:avLst/>
              <a:gdLst>
                <a:gd name="rtr" fmla="*/ 948581 w 948581"/>
                <a:gd name="rtb" fmla="*/ 190000 h 190000"/>
              </a:gdLst>
              <a:ahLst/>
              <a:cxnLst/>
              <a:rect l="l" t="t" r="rtr" b="rtb"/>
              <a:pathLst>
                <a:path w="948581" h="190000" stroke="0">
                  <a:moveTo>
                    <a:pt x="0" y="0"/>
                  </a:moveTo>
                  <a:lnTo>
                    <a:pt x="948581" y="0"/>
                  </a:lnTo>
                  <a:lnTo>
                    <a:pt x="948581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948581" h="190000" fill="none">
                  <a:moveTo>
                    <a:pt x="0" y="0"/>
                  </a:moveTo>
                  <a:lnTo>
                    <a:pt x="948581" y="0"/>
                  </a:lnTo>
                  <a:lnTo>
                    <a:pt x="948581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40.7m</a:t>
              </a:r>
            </a:p>
          </p:txBody>
        </p:sp>
        <p:sp>
          <p:nvSpPr>
            <p:cNvPr id="545" name="Rectangle"/>
            <p:cNvSpPr/>
            <p:nvPr/>
          </p:nvSpPr>
          <p:spPr>
            <a:xfrm rot="19800000">
              <a:off x="2749" y="7418"/>
              <a:ext cx="1494" cy="299"/>
            </a:xfrm>
            <a:custGeom>
              <a:avLst/>
              <a:gdLst>
                <a:gd name="rtr" fmla="*/ 948579 w 948579"/>
                <a:gd name="rtb" fmla="*/ 190000 h 190000"/>
              </a:gdLst>
              <a:ahLst/>
              <a:cxnLst/>
              <a:rect l="l" t="t" r="rtr" b="rtb"/>
              <a:pathLst>
                <a:path w="948579" h="190000" stroke="0">
                  <a:moveTo>
                    <a:pt x="0" y="0"/>
                  </a:moveTo>
                  <a:lnTo>
                    <a:pt x="948579" y="0"/>
                  </a:lnTo>
                  <a:lnTo>
                    <a:pt x="948579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948579" h="190000" fill="none">
                  <a:moveTo>
                    <a:pt x="0" y="0"/>
                  </a:moveTo>
                  <a:lnTo>
                    <a:pt x="948579" y="0"/>
                  </a:lnTo>
                  <a:lnTo>
                    <a:pt x="948579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35m</a:t>
              </a:r>
            </a:p>
          </p:txBody>
        </p:sp>
        <p:sp>
          <p:nvSpPr>
            <p:cNvPr id="546" name="Rectangle"/>
            <p:cNvSpPr/>
            <p:nvPr/>
          </p:nvSpPr>
          <p:spPr>
            <a:xfrm rot="19800000">
              <a:off x="1668" y="8191"/>
              <a:ext cx="922" cy="211"/>
            </a:xfrm>
            <a:custGeom>
              <a:avLst/>
              <a:gdLst>
                <a:gd name="rtr" fmla="*/ 1243191 w 1243191"/>
                <a:gd name="rtb" fmla="*/ 190000 h 190000"/>
              </a:gdLst>
              <a:ahLst/>
              <a:cxnLst/>
              <a:rect l="l" t="t" r="rtr" b="rtb"/>
              <a:pathLst>
                <a:path w="1243191" h="190000" stroke="0">
                  <a:moveTo>
                    <a:pt x="0" y="0"/>
                  </a:moveTo>
                  <a:lnTo>
                    <a:pt x="1243191" y="0"/>
                  </a:lnTo>
                  <a:lnTo>
                    <a:pt x="1243191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1243191" h="190000" fill="none">
                  <a:moveTo>
                    <a:pt x="0" y="0"/>
                  </a:moveTo>
                  <a:lnTo>
                    <a:pt x="1243191" y="0"/>
                  </a:lnTo>
                  <a:lnTo>
                    <a:pt x="1243191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44m</a:t>
              </a:r>
            </a:p>
          </p:txBody>
        </p:sp>
        <p:sp>
          <p:nvSpPr>
            <p:cNvPr id="547" name="Rectangle"/>
            <p:cNvSpPr/>
            <p:nvPr/>
          </p:nvSpPr>
          <p:spPr>
            <a:xfrm rot="20700000">
              <a:off x="1427" y="7389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100m</a:t>
              </a:r>
            </a:p>
          </p:txBody>
        </p:sp>
        <p:sp>
          <p:nvSpPr>
            <p:cNvPr id="548" name="Rectangle"/>
            <p:cNvSpPr/>
            <p:nvPr/>
          </p:nvSpPr>
          <p:spPr>
            <a:xfrm rot="21000000">
              <a:off x="343" y="7748"/>
              <a:ext cx="574" cy="244"/>
            </a:xfrm>
            <a:custGeom>
              <a:avLst/>
              <a:gdLst/>
              <a:ahLst/>
              <a:cxnLst/>
              <a:rect l="l" t="t" r="r" b="b"/>
              <a:pathLst>
                <a:path w="364439" h="577600" stroke="0">
                  <a:moveTo>
                    <a:pt x="0" y="0"/>
                  </a:moveTo>
                  <a:lnTo>
                    <a:pt x="364439" y="0"/>
                  </a:lnTo>
                  <a:lnTo>
                    <a:pt x="364439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  <a:path w="364439" h="577600" fill="none">
                  <a:moveTo>
                    <a:pt x="0" y="0"/>
                  </a:moveTo>
                  <a:lnTo>
                    <a:pt x="364439" y="0"/>
                  </a:lnTo>
                  <a:lnTo>
                    <a:pt x="364439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9.1m</a:t>
              </a:r>
            </a:p>
          </p:txBody>
        </p:sp>
        <p:sp>
          <p:nvSpPr>
            <p:cNvPr id="550" name="Rectangle"/>
            <p:cNvSpPr/>
            <p:nvPr/>
          </p:nvSpPr>
          <p:spPr>
            <a:xfrm rot="2700000">
              <a:off x="2946" y="4748"/>
              <a:ext cx="765" cy="317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90.1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</a:t>
              </a:r>
            </a:p>
          </p:txBody>
        </p:sp>
        <p:sp>
          <p:nvSpPr>
            <p:cNvPr id="551" name="Rectangle"/>
            <p:cNvSpPr/>
            <p:nvPr/>
          </p:nvSpPr>
          <p:spPr>
            <a:xfrm rot="18000000">
              <a:off x="-3003" y="5201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74.9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包含警冲标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)</a:t>
              </a:r>
              <a:endPara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2" name="Rectangle"/>
            <p:cNvSpPr/>
            <p:nvPr/>
          </p:nvSpPr>
          <p:spPr>
            <a:xfrm>
              <a:off x="-2496" y="4057"/>
              <a:ext cx="738" cy="280"/>
            </a:xfrm>
            <a:custGeom>
              <a:avLst/>
              <a:gdLst/>
              <a:ahLst/>
              <a:cxnLst/>
              <a:rect l="l" t="t" r="r" b="b"/>
              <a:pathLst>
                <a:path w="601243" h="319200" stroke="0">
                  <a:moveTo>
                    <a:pt x="0" y="0"/>
                  </a:moveTo>
                  <a:lnTo>
                    <a:pt x="601243" y="0"/>
                  </a:lnTo>
                  <a:lnTo>
                    <a:pt x="601243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  <a:path w="601243" h="319200" fill="none">
                  <a:moveTo>
                    <a:pt x="0" y="0"/>
                  </a:moveTo>
                  <a:lnTo>
                    <a:pt x="601243" y="0"/>
                  </a:lnTo>
                  <a:lnTo>
                    <a:pt x="601243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45.2m</a:t>
              </a:r>
            </a:p>
          </p:txBody>
        </p:sp>
        <p:sp>
          <p:nvSpPr>
            <p:cNvPr id="553" name="Rectangle"/>
            <p:cNvSpPr/>
            <p:nvPr/>
          </p:nvSpPr>
          <p:spPr>
            <a:xfrm>
              <a:off x="-3414" y="4056"/>
              <a:ext cx="635" cy="280"/>
            </a:xfrm>
            <a:custGeom>
              <a:avLst/>
              <a:gdLst/>
              <a:ahLst/>
              <a:cxnLst/>
              <a:rect l="l" t="t" r="r" b="b"/>
              <a:pathLst>
                <a:path w="492555" h="319200" stroke="0">
                  <a:moveTo>
                    <a:pt x="0" y="0"/>
                  </a:moveTo>
                  <a:lnTo>
                    <a:pt x="492555" y="0"/>
                  </a:lnTo>
                  <a:lnTo>
                    <a:pt x="492555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  <a:path w="492555" h="319200" fill="none">
                  <a:moveTo>
                    <a:pt x="0" y="0"/>
                  </a:moveTo>
                  <a:lnTo>
                    <a:pt x="492555" y="0"/>
                  </a:lnTo>
                  <a:lnTo>
                    <a:pt x="492555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55m</a:t>
              </a:r>
            </a:p>
          </p:txBody>
        </p:sp>
        <p:sp>
          <p:nvSpPr>
            <p:cNvPr id="554" name="Rectangle"/>
            <p:cNvSpPr/>
            <p:nvPr/>
          </p:nvSpPr>
          <p:spPr>
            <a:xfrm>
              <a:off x="-5015" y="4369"/>
              <a:ext cx="1402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33.8m</a:t>
              </a:r>
            </a:p>
          </p:txBody>
        </p:sp>
        <p:sp>
          <p:nvSpPr>
            <p:cNvPr id="555" name="Rectangle"/>
            <p:cNvSpPr/>
            <p:nvPr/>
          </p:nvSpPr>
          <p:spPr>
            <a:xfrm>
              <a:off x="-4705" y="5010"/>
              <a:ext cx="916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34.4m</a:t>
              </a:r>
            </a:p>
          </p:txBody>
        </p:sp>
        <p:sp>
          <p:nvSpPr>
            <p:cNvPr id="556" name="Rectangle"/>
            <p:cNvSpPr/>
            <p:nvPr/>
          </p:nvSpPr>
          <p:spPr>
            <a:xfrm>
              <a:off x="-4673" y="5737"/>
              <a:ext cx="988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87.6m</a:t>
              </a:r>
            </a:p>
          </p:txBody>
        </p:sp>
        <p:sp>
          <p:nvSpPr>
            <p:cNvPr id="557" name="Rectangle"/>
            <p:cNvSpPr/>
            <p:nvPr/>
          </p:nvSpPr>
          <p:spPr>
            <a:xfrm>
              <a:off x="-4600" y="6295"/>
              <a:ext cx="867" cy="218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63m</a:t>
              </a:r>
            </a:p>
          </p:txBody>
        </p:sp>
        <p:sp>
          <p:nvSpPr>
            <p:cNvPr id="558" name="Rectangle"/>
            <p:cNvSpPr/>
            <p:nvPr/>
          </p:nvSpPr>
          <p:spPr>
            <a:xfrm>
              <a:off x="-4530" y="6848"/>
              <a:ext cx="989" cy="280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64.8m</a:t>
              </a:r>
            </a:p>
          </p:txBody>
        </p:sp>
        <p:sp>
          <p:nvSpPr>
            <p:cNvPr id="559" name="Rectangle"/>
            <p:cNvSpPr/>
            <p:nvPr/>
          </p:nvSpPr>
          <p:spPr>
            <a:xfrm>
              <a:off x="-6106" y="6858"/>
              <a:ext cx="758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47.3m</a:t>
              </a:r>
            </a:p>
          </p:txBody>
        </p:sp>
        <p:sp>
          <p:nvSpPr>
            <p:cNvPr id="560" name="Rectangle"/>
            <p:cNvSpPr/>
            <p:nvPr/>
          </p:nvSpPr>
          <p:spPr>
            <a:xfrm>
              <a:off x="-6047" y="6307"/>
              <a:ext cx="673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49.3m</a:t>
              </a:r>
            </a:p>
          </p:txBody>
        </p:sp>
        <p:sp>
          <p:nvSpPr>
            <p:cNvPr id="561" name="Rectangle"/>
            <p:cNvSpPr/>
            <p:nvPr/>
          </p:nvSpPr>
          <p:spPr>
            <a:xfrm>
              <a:off x="-6076" y="5740"/>
              <a:ext cx="717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.3m</a:t>
              </a:r>
            </a:p>
          </p:txBody>
        </p:sp>
        <p:sp>
          <p:nvSpPr>
            <p:cNvPr id="562" name="Rectangle"/>
            <p:cNvSpPr/>
            <p:nvPr/>
          </p:nvSpPr>
          <p:spPr>
            <a:xfrm>
              <a:off x="-6028" y="4989"/>
              <a:ext cx="718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.3m</a:t>
              </a:r>
            </a:p>
          </p:txBody>
        </p:sp>
        <p:sp>
          <p:nvSpPr>
            <p:cNvPr id="563" name="Rectangle"/>
            <p:cNvSpPr/>
            <p:nvPr/>
          </p:nvSpPr>
          <p:spPr>
            <a:xfrm>
              <a:off x="-5983" y="4391"/>
              <a:ext cx="672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.3m</a:t>
              </a:r>
            </a:p>
          </p:txBody>
        </p:sp>
        <p:sp>
          <p:nvSpPr>
            <p:cNvPr id="565" name="Rectangle"/>
            <p:cNvSpPr/>
            <p:nvPr/>
          </p:nvSpPr>
          <p:spPr>
            <a:xfrm>
              <a:off x="16656" y="3017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45.4m</a:t>
              </a:r>
            </a:p>
          </p:txBody>
        </p:sp>
        <p:sp>
          <p:nvSpPr>
            <p:cNvPr id="2" name="标签"/>
            <p:cNvSpPr/>
            <p:nvPr/>
          </p:nvSpPr>
          <p:spPr>
            <a:xfrm rot="18780000">
              <a:off x="18430" y="2722"/>
              <a:ext cx="808" cy="406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</a:p>
          </p:txBody>
        </p:sp>
        <p:sp>
          <p:nvSpPr>
            <p:cNvPr id="3" name="标签"/>
            <p:cNvSpPr/>
            <p:nvPr/>
          </p:nvSpPr>
          <p:spPr>
            <a:xfrm>
              <a:off x="17765" y="1825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</a:p>
          </p:txBody>
        </p:sp>
        <p:sp>
          <p:nvSpPr>
            <p:cNvPr id="4" name="标签"/>
            <p:cNvSpPr/>
            <p:nvPr/>
          </p:nvSpPr>
          <p:spPr>
            <a:xfrm>
              <a:off x="17001" y="2704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</a:p>
          </p:txBody>
        </p:sp>
        <p:sp>
          <p:nvSpPr>
            <p:cNvPr id="6" name="标签"/>
            <p:cNvSpPr/>
            <p:nvPr/>
          </p:nvSpPr>
          <p:spPr>
            <a:xfrm rot="18840000">
              <a:off x="16995" y="4042"/>
              <a:ext cx="910" cy="406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机北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</a:p>
          </p:txBody>
        </p:sp>
        <p:sp>
          <p:nvSpPr>
            <p:cNvPr id="7" name="标签"/>
            <p:cNvSpPr/>
            <p:nvPr/>
          </p:nvSpPr>
          <p:spPr>
            <a:xfrm>
              <a:off x="6539" y="1794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存4南</a:t>
              </a:r>
            </a:p>
          </p:txBody>
        </p:sp>
        <p:sp>
          <p:nvSpPr>
            <p:cNvPr id="8" name="标签"/>
            <p:cNvSpPr/>
            <p:nvPr/>
          </p:nvSpPr>
          <p:spPr>
            <a:xfrm>
              <a:off x="8296" y="840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存5南</a:t>
              </a:r>
            </a:p>
          </p:txBody>
        </p:sp>
        <p:sp>
          <p:nvSpPr>
            <p:cNvPr id="10" name="标签"/>
            <p:cNvSpPr/>
            <p:nvPr/>
          </p:nvSpPr>
          <p:spPr>
            <a:xfrm rot="20700000">
              <a:off x="11869" y="6479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</a:p>
          </p:txBody>
        </p:sp>
        <p:sp>
          <p:nvSpPr>
            <p:cNvPr id="11" name="标签"/>
            <p:cNvSpPr/>
            <p:nvPr/>
          </p:nvSpPr>
          <p:spPr>
            <a:xfrm>
              <a:off x="12423" y="547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</a:t>
              </a:r>
            </a:p>
          </p:txBody>
        </p:sp>
        <p:sp>
          <p:nvSpPr>
            <p:cNvPr id="12" name="标签"/>
            <p:cNvSpPr/>
            <p:nvPr/>
          </p:nvSpPr>
          <p:spPr>
            <a:xfrm>
              <a:off x="11526" y="5157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</a:t>
              </a:r>
            </a:p>
          </p:txBody>
        </p:sp>
        <p:sp>
          <p:nvSpPr>
            <p:cNvPr id="13" name="标签"/>
            <p:cNvSpPr/>
            <p:nvPr/>
          </p:nvSpPr>
          <p:spPr>
            <a:xfrm>
              <a:off x="10438" y="4263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</a:t>
              </a:r>
            </a:p>
          </p:txBody>
        </p:sp>
        <p:sp>
          <p:nvSpPr>
            <p:cNvPr id="14" name="标签"/>
            <p:cNvSpPr/>
            <p:nvPr/>
          </p:nvSpPr>
          <p:spPr>
            <a:xfrm rot="19800000">
              <a:off x="4136" y="6328"/>
              <a:ext cx="1086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chemeClr val="accent4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洗油北</a:t>
              </a:r>
              <a:endParaRPr lang="en-US" altLang="zh-CN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标签"/>
            <p:cNvSpPr/>
            <p:nvPr/>
          </p:nvSpPr>
          <p:spPr>
            <a:xfrm rot="2460000">
              <a:off x="3600" y="486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机南</a:t>
              </a:r>
              <a:endParaRPr lang="en-US" altLang="zh-CN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标签"/>
            <p:cNvSpPr/>
            <p:nvPr/>
          </p:nvSpPr>
          <p:spPr>
            <a:xfrm rot="19020000">
              <a:off x="3990" y="3250"/>
              <a:ext cx="704" cy="294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</a:t>
              </a:r>
            </a:p>
          </p:txBody>
        </p:sp>
        <p:sp>
          <p:nvSpPr>
            <p:cNvPr id="17" name="标签"/>
            <p:cNvSpPr/>
            <p:nvPr/>
          </p:nvSpPr>
          <p:spPr>
            <a:xfrm>
              <a:off x="2774" y="3503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</a:t>
              </a:r>
            </a:p>
          </p:txBody>
        </p:sp>
        <p:sp>
          <p:nvSpPr>
            <p:cNvPr id="18" name="标签"/>
            <p:cNvSpPr/>
            <p:nvPr/>
          </p:nvSpPr>
          <p:spPr>
            <a:xfrm>
              <a:off x="1535" y="3515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</a:p>
          </p:txBody>
        </p:sp>
        <p:sp>
          <p:nvSpPr>
            <p:cNvPr id="19" name="标签"/>
            <p:cNvSpPr/>
            <p:nvPr/>
          </p:nvSpPr>
          <p:spPr>
            <a:xfrm rot="20940000">
              <a:off x="-681" y="7383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洗南</a:t>
              </a:r>
            </a:p>
          </p:txBody>
        </p:sp>
        <p:sp>
          <p:nvSpPr>
            <p:cNvPr id="20" name="标签"/>
            <p:cNvSpPr/>
            <p:nvPr/>
          </p:nvSpPr>
          <p:spPr>
            <a:xfrm>
              <a:off x="-702" y="3506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联7</a:t>
              </a:r>
            </a:p>
          </p:txBody>
        </p:sp>
        <p:sp>
          <p:nvSpPr>
            <p:cNvPr id="21" name="标签"/>
            <p:cNvSpPr/>
            <p:nvPr/>
          </p:nvSpPr>
          <p:spPr>
            <a:xfrm rot="18000000">
              <a:off x="-2359" y="5468"/>
              <a:ext cx="833" cy="406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</a:t>
              </a:r>
            </a:p>
          </p:txBody>
        </p:sp>
        <p:sp>
          <p:nvSpPr>
            <p:cNvPr id="22" name="标签"/>
            <p:cNvSpPr/>
            <p:nvPr/>
          </p:nvSpPr>
          <p:spPr>
            <a:xfrm>
              <a:off x="-2401" y="3740"/>
              <a:ext cx="811" cy="348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12</a:t>
              </a:r>
            </a:p>
          </p:txBody>
        </p:sp>
        <p:sp>
          <p:nvSpPr>
            <p:cNvPr id="23" name="标签"/>
            <p:cNvSpPr/>
            <p:nvPr/>
          </p:nvSpPr>
          <p:spPr>
            <a:xfrm>
              <a:off x="-3681" y="3750"/>
              <a:ext cx="87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13</a:t>
              </a:r>
            </a:p>
          </p:txBody>
        </p:sp>
        <p:sp>
          <p:nvSpPr>
            <p:cNvPr id="24" name="标签"/>
            <p:cNvSpPr/>
            <p:nvPr/>
          </p:nvSpPr>
          <p:spPr>
            <a:xfrm>
              <a:off x="-5983" y="7164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轮</a:t>
              </a:r>
            </a:p>
          </p:txBody>
        </p:sp>
        <p:sp>
          <p:nvSpPr>
            <p:cNvPr id="25" name="标签"/>
            <p:cNvSpPr/>
            <p:nvPr/>
          </p:nvSpPr>
          <p:spPr>
            <a:xfrm>
              <a:off x="-9329" y="3873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endPara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标签"/>
            <p:cNvSpPr/>
            <p:nvPr/>
          </p:nvSpPr>
          <p:spPr>
            <a:xfrm>
              <a:off x="-6107" y="3889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</a:t>
              </a:r>
            </a:p>
          </p:txBody>
        </p:sp>
        <p:sp>
          <p:nvSpPr>
            <p:cNvPr id="27" name="标签"/>
            <p:cNvSpPr/>
            <p:nvPr/>
          </p:nvSpPr>
          <p:spPr>
            <a:xfrm>
              <a:off x="-9329" y="4657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标签"/>
            <p:cNvSpPr/>
            <p:nvPr/>
          </p:nvSpPr>
          <p:spPr>
            <a:xfrm>
              <a:off x="-9326" y="5314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标签"/>
            <p:cNvSpPr/>
            <p:nvPr/>
          </p:nvSpPr>
          <p:spPr>
            <a:xfrm>
              <a:off x="-9342" y="5962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标签"/>
            <p:cNvSpPr/>
            <p:nvPr/>
          </p:nvSpPr>
          <p:spPr>
            <a:xfrm>
              <a:off x="-6107" y="4672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</a:t>
              </a:r>
            </a:p>
          </p:txBody>
        </p:sp>
        <p:sp>
          <p:nvSpPr>
            <p:cNvPr id="31" name="标签"/>
            <p:cNvSpPr/>
            <p:nvPr/>
          </p:nvSpPr>
          <p:spPr>
            <a:xfrm>
              <a:off x="-6107" y="5347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</a:t>
              </a:r>
            </a:p>
          </p:txBody>
        </p:sp>
        <p:sp>
          <p:nvSpPr>
            <p:cNvPr id="32" name="标签"/>
            <p:cNvSpPr/>
            <p:nvPr/>
          </p:nvSpPr>
          <p:spPr>
            <a:xfrm>
              <a:off x="-6107" y="6000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</a:t>
              </a:r>
            </a:p>
          </p:txBody>
        </p:sp>
        <p:sp>
          <p:nvSpPr>
            <p:cNvPr id="37" name="Rectangle"/>
            <p:cNvSpPr/>
            <p:nvPr/>
          </p:nvSpPr>
          <p:spPr>
            <a:xfrm>
              <a:off x="11957" y="8169"/>
              <a:ext cx="3689" cy="2467"/>
            </a:xfrm>
            <a:custGeom>
              <a:avLst/>
              <a:gdLst>
                <a:gd name="connsiteX0" fmla="*/ 0 w 1292598"/>
                <a:gd name="connsiteY0" fmla="*/ 823229 h 1646458"/>
                <a:gd name="connsiteX1" fmla="*/ 646299 w 1292598"/>
                <a:gd name="connsiteY1" fmla="*/ 0 h 1646458"/>
                <a:gd name="connsiteX2" fmla="*/ 1292598 w 1292598"/>
                <a:gd name="connsiteY2" fmla="*/ 823229 h 1646458"/>
                <a:gd name="connsiteX3" fmla="*/ 646299 w 1292598"/>
                <a:gd name="connsiteY3" fmla="*/ 1646458 h 1646458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92598" h="1646458" stroke="0">
                  <a:moveTo>
                    <a:pt x="0" y="0"/>
                  </a:moveTo>
                  <a:lnTo>
                    <a:pt x="1292598" y="0"/>
                  </a:lnTo>
                  <a:lnTo>
                    <a:pt x="1292598" y="1646458"/>
                  </a:lnTo>
                  <a:lnTo>
                    <a:pt x="0" y="1646458"/>
                  </a:lnTo>
                  <a:lnTo>
                    <a:pt x="0" y="0"/>
                  </a:lnTo>
                  <a:close/>
                </a:path>
                <a:path w="1292598" h="1646458" fill="none">
                  <a:moveTo>
                    <a:pt x="0" y="0"/>
                  </a:moveTo>
                  <a:lnTo>
                    <a:pt x="1292598" y="0"/>
                  </a:lnTo>
                  <a:lnTo>
                    <a:pt x="1292598" y="1646458"/>
                  </a:lnTo>
                  <a:lnTo>
                    <a:pt x="0" y="164645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  <a:ds d="25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"/>
            <p:cNvSpPr/>
            <p:nvPr/>
          </p:nvSpPr>
          <p:spPr>
            <a:xfrm>
              <a:off x="12613" y="7703"/>
              <a:ext cx="728" cy="359"/>
            </a:xfrm>
            <a:custGeom>
              <a:avLst/>
              <a:gdLst/>
              <a:ahLst/>
              <a:cxnLst/>
              <a:rect l="l" t="t" r="r" b="b"/>
              <a:pathLst>
                <a:path w="462220" h="228000" stroke="0">
                  <a:moveTo>
                    <a:pt x="0" y="0"/>
                  </a:moveTo>
                  <a:lnTo>
                    <a:pt x="462220" y="0"/>
                  </a:lnTo>
                  <a:lnTo>
                    <a:pt x="462220" y="228000"/>
                  </a:lnTo>
                  <a:lnTo>
                    <a:pt x="0" y="228000"/>
                  </a:lnTo>
                  <a:lnTo>
                    <a:pt x="0" y="0"/>
                  </a:lnTo>
                  <a:close/>
                </a:path>
                <a:path w="462220" h="228000" fill="none">
                  <a:moveTo>
                    <a:pt x="0" y="0"/>
                  </a:moveTo>
                  <a:lnTo>
                    <a:pt x="462220" y="0"/>
                  </a:lnTo>
                  <a:lnTo>
                    <a:pt x="462220" y="228000"/>
                  </a:lnTo>
                  <a:lnTo>
                    <a:pt x="0" y="228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14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释义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2423" y="8261"/>
              <a:ext cx="1410" cy="5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400"/>
                <a:t>：临停线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424" y="8777"/>
              <a:ext cx="1930" cy="5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400"/>
                <a:t>：辆渡线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2422" y="9293"/>
              <a:ext cx="1932" cy="5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400" dirty="0"/>
                <a:t>：存车线</a:t>
              </a:r>
            </a:p>
          </p:txBody>
        </p:sp>
        <p:sp>
          <p:nvSpPr>
            <p:cNvPr id="49" name="Rectangle"/>
            <p:cNvSpPr/>
            <p:nvPr/>
          </p:nvSpPr>
          <p:spPr>
            <a:xfrm>
              <a:off x="-9909" y="6244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105</a:t>
              </a:r>
            </a:p>
          </p:txBody>
        </p:sp>
        <p:sp>
          <p:nvSpPr>
            <p:cNvPr id="50" name="Rectangle"/>
            <p:cNvSpPr/>
            <p:nvPr/>
          </p:nvSpPr>
          <p:spPr>
            <a:xfrm>
              <a:off x="-8759" y="6244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103</a:t>
              </a:r>
            </a:p>
          </p:txBody>
        </p:sp>
        <p:sp>
          <p:nvSpPr>
            <p:cNvPr id="51" name="Rectangle"/>
            <p:cNvSpPr/>
            <p:nvPr/>
          </p:nvSpPr>
          <p:spPr>
            <a:xfrm>
              <a:off x="-8176" y="6244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102</a:t>
              </a:r>
            </a:p>
          </p:txBody>
        </p:sp>
        <p:sp>
          <p:nvSpPr>
            <p:cNvPr id="52" name="Rectangle"/>
            <p:cNvSpPr/>
            <p:nvPr/>
          </p:nvSpPr>
          <p:spPr>
            <a:xfrm>
              <a:off x="-9326" y="6244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104</a:t>
              </a:r>
            </a:p>
          </p:txBody>
        </p:sp>
        <p:sp>
          <p:nvSpPr>
            <p:cNvPr id="54" name="Rectangle"/>
            <p:cNvSpPr/>
            <p:nvPr/>
          </p:nvSpPr>
          <p:spPr>
            <a:xfrm>
              <a:off x="-9933" y="4313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405</a:t>
              </a:r>
            </a:p>
          </p:txBody>
        </p:sp>
        <p:sp>
          <p:nvSpPr>
            <p:cNvPr id="55" name="Rectangle"/>
            <p:cNvSpPr/>
            <p:nvPr/>
          </p:nvSpPr>
          <p:spPr>
            <a:xfrm>
              <a:off x="-8783" y="4313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403</a:t>
              </a:r>
            </a:p>
          </p:txBody>
        </p:sp>
        <p:sp>
          <p:nvSpPr>
            <p:cNvPr id="56" name="Rectangle"/>
            <p:cNvSpPr/>
            <p:nvPr/>
          </p:nvSpPr>
          <p:spPr>
            <a:xfrm>
              <a:off x="-8200" y="4313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402</a:t>
              </a:r>
            </a:p>
          </p:txBody>
        </p:sp>
        <p:sp>
          <p:nvSpPr>
            <p:cNvPr id="57" name="Rectangle"/>
            <p:cNvSpPr/>
            <p:nvPr/>
          </p:nvSpPr>
          <p:spPr>
            <a:xfrm>
              <a:off x="-9350" y="4313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404</a:t>
              </a:r>
            </a:p>
          </p:txBody>
        </p:sp>
        <p:sp>
          <p:nvSpPr>
            <p:cNvPr id="58" name="Rectangle"/>
            <p:cNvSpPr/>
            <p:nvPr/>
          </p:nvSpPr>
          <p:spPr>
            <a:xfrm>
              <a:off x="-7626" y="4310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401</a:t>
              </a:r>
            </a:p>
          </p:txBody>
        </p:sp>
        <p:sp>
          <p:nvSpPr>
            <p:cNvPr id="59" name="Rectangle"/>
            <p:cNvSpPr/>
            <p:nvPr/>
          </p:nvSpPr>
          <p:spPr>
            <a:xfrm>
              <a:off x="-9926" y="4972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305</a:t>
              </a:r>
            </a:p>
          </p:txBody>
        </p:sp>
        <p:sp>
          <p:nvSpPr>
            <p:cNvPr id="60" name="Rectangle"/>
            <p:cNvSpPr/>
            <p:nvPr/>
          </p:nvSpPr>
          <p:spPr>
            <a:xfrm>
              <a:off x="-8776" y="4972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303</a:t>
              </a:r>
            </a:p>
          </p:txBody>
        </p:sp>
        <p:sp>
          <p:nvSpPr>
            <p:cNvPr id="61" name="Rectangle"/>
            <p:cNvSpPr/>
            <p:nvPr/>
          </p:nvSpPr>
          <p:spPr>
            <a:xfrm>
              <a:off x="-8193" y="4972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302</a:t>
              </a:r>
            </a:p>
          </p:txBody>
        </p:sp>
        <p:sp>
          <p:nvSpPr>
            <p:cNvPr id="62" name="Rectangle"/>
            <p:cNvSpPr/>
            <p:nvPr/>
          </p:nvSpPr>
          <p:spPr>
            <a:xfrm>
              <a:off x="-9343" y="4972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304</a:t>
              </a:r>
            </a:p>
          </p:txBody>
        </p:sp>
        <p:sp>
          <p:nvSpPr>
            <p:cNvPr id="63" name="Rectangle"/>
            <p:cNvSpPr/>
            <p:nvPr/>
          </p:nvSpPr>
          <p:spPr>
            <a:xfrm>
              <a:off x="-7619" y="4969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301</a:t>
              </a:r>
            </a:p>
          </p:txBody>
        </p:sp>
        <p:sp>
          <p:nvSpPr>
            <p:cNvPr id="64" name="Rectangle"/>
            <p:cNvSpPr/>
            <p:nvPr/>
          </p:nvSpPr>
          <p:spPr>
            <a:xfrm>
              <a:off x="-9910" y="5640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205</a:t>
              </a:r>
            </a:p>
          </p:txBody>
        </p:sp>
        <p:sp>
          <p:nvSpPr>
            <p:cNvPr id="65" name="Rectangle"/>
            <p:cNvSpPr/>
            <p:nvPr/>
          </p:nvSpPr>
          <p:spPr>
            <a:xfrm>
              <a:off x="-8760" y="5640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203</a:t>
              </a:r>
            </a:p>
          </p:txBody>
        </p:sp>
        <p:sp>
          <p:nvSpPr>
            <p:cNvPr id="66" name="Rectangle"/>
            <p:cNvSpPr/>
            <p:nvPr/>
          </p:nvSpPr>
          <p:spPr>
            <a:xfrm>
              <a:off x="-8177" y="5640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202</a:t>
              </a:r>
            </a:p>
          </p:txBody>
        </p:sp>
        <p:sp>
          <p:nvSpPr>
            <p:cNvPr id="67" name="Rectangle"/>
            <p:cNvSpPr/>
            <p:nvPr/>
          </p:nvSpPr>
          <p:spPr>
            <a:xfrm>
              <a:off x="-9327" y="5640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204</a:t>
              </a:r>
            </a:p>
          </p:txBody>
        </p:sp>
        <p:sp>
          <p:nvSpPr>
            <p:cNvPr id="68" name="Rectangle"/>
            <p:cNvSpPr/>
            <p:nvPr/>
          </p:nvSpPr>
          <p:spPr>
            <a:xfrm>
              <a:off x="-7603" y="5653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201</a:t>
              </a:r>
            </a:p>
          </p:txBody>
        </p:sp>
        <p:sp>
          <p:nvSpPr>
            <p:cNvPr id="70" name="Rectangle"/>
            <p:cNvSpPr/>
            <p:nvPr/>
          </p:nvSpPr>
          <p:spPr>
            <a:xfrm>
              <a:off x="-7610" y="6265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101</a:t>
              </a:r>
            </a:p>
          </p:txBody>
        </p:sp>
        <p:sp>
          <p:nvSpPr>
            <p:cNvPr id="72" name="Rectangle"/>
            <p:cNvSpPr/>
            <p:nvPr/>
          </p:nvSpPr>
          <p:spPr>
            <a:xfrm rot="20760000">
              <a:off x="-1012" y="8074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</a:t>
              </a:r>
            </a:p>
          </p:txBody>
        </p:sp>
        <p:sp>
          <p:nvSpPr>
            <p:cNvPr id="73" name="Rectangle"/>
            <p:cNvSpPr/>
            <p:nvPr/>
          </p:nvSpPr>
          <p:spPr>
            <a:xfrm rot="20760000">
              <a:off x="-157" y="7884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</a:t>
              </a:r>
            </a:p>
          </p:txBody>
        </p:sp>
        <p:sp>
          <p:nvSpPr>
            <p:cNvPr id="74" name="Rectangle"/>
            <p:cNvSpPr/>
            <p:nvPr/>
          </p:nvSpPr>
          <p:spPr>
            <a:xfrm rot="20760000">
              <a:off x="-577" y="7986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</a:t>
              </a:r>
            </a:p>
          </p:txBody>
        </p:sp>
        <p:sp>
          <p:nvSpPr>
            <p:cNvPr id="77" name="Rectangle"/>
            <p:cNvSpPr/>
            <p:nvPr/>
          </p:nvSpPr>
          <p:spPr>
            <a:xfrm>
              <a:off x="7917" y="1183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210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</a:t>
              </a:r>
            </a:p>
          </p:txBody>
        </p:sp>
        <p:sp>
          <p:nvSpPr>
            <p:cNvPr id="79" name="Rectangle"/>
            <p:cNvSpPr/>
            <p:nvPr/>
          </p:nvSpPr>
          <p:spPr>
            <a:xfrm>
              <a:off x="6973" y="6704"/>
              <a:ext cx="357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</a:t>
              </a:r>
            </a:p>
          </p:txBody>
        </p:sp>
        <p:sp>
          <p:nvSpPr>
            <p:cNvPr id="80" name="Rectangle"/>
            <p:cNvSpPr/>
            <p:nvPr/>
          </p:nvSpPr>
          <p:spPr>
            <a:xfrm>
              <a:off x="7364" y="6688"/>
              <a:ext cx="335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</a:t>
              </a:r>
            </a:p>
          </p:txBody>
        </p:sp>
        <p:sp>
          <p:nvSpPr>
            <p:cNvPr id="81" name="Rectangle"/>
            <p:cNvSpPr/>
            <p:nvPr/>
          </p:nvSpPr>
          <p:spPr>
            <a:xfrm>
              <a:off x="6639" y="6705"/>
              <a:ext cx="294" cy="24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</a:t>
              </a:r>
            </a:p>
          </p:txBody>
        </p:sp>
        <p:sp>
          <p:nvSpPr>
            <p:cNvPr id="82" name="Rectangle"/>
            <p:cNvSpPr/>
            <p:nvPr/>
          </p:nvSpPr>
          <p:spPr>
            <a:xfrm>
              <a:off x="7762" y="6701"/>
              <a:ext cx="410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</a:t>
              </a:r>
            </a:p>
          </p:txBody>
        </p:sp>
        <p:sp>
          <p:nvSpPr>
            <p:cNvPr id="85" name="Rectangle"/>
            <p:cNvSpPr/>
            <p:nvPr/>
          </p:nvSpPr>
          <p:spPr>
            <a:xfrm rot="19800000">
              <a:off x="123" y="9236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</a:t>
              </a:r>
            </a:p>
          </p:txBody>
        </p:sp>
        <p:sp>
          <p:nvSpPr>
            <p:cNvPr id="86" name="Rectangle"/>
            <p:cNvSpPr/>
            <p:nvPr/>
          </p:nvSpPr>
          <p:spPr>
            <a:xfrm rot="19800000">
              <a:off x="-265" y="9482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</a:t>
              </a:r>
            </a:p>
          </p:txBody>
        </p:sp>
        <p:sp>
          <p:nvSpPr>
            <p:cNvPr id="87" name="Rectangle"/>
            <p:cNvSpPr/>
            <p:nvPr/>
          </p:nvSpPr>
          <p:spPr>
            <a:xfrm rot="17940000">
              <a:off x="419" y="5596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</a:t>
              </a:r>
            </a:p>
          </p:txBody>
        </p:sp>
        <p:sp>
          <p:nvSpPr>
            <p:cNvPr id="88" name="Rectangle"/>
            <p:cNvSpPr/>
            <p:nvPr/>
          </p:nvSpPr>
          <p:spPr>
            <a:xfrm rot="17940000">
              <a:off x="223" y="6002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</a:t>
              </a: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10199" y="987"/>
              <a:ext cx="16" cy="576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6" name="标签"/>
            <p:cNvSpPr/>
            <p:nvPr/>
          </p:nvSpPr>
          <p:spPr>
            <a:xfrm>
              <a:off x="12045" y="8369"/>
              <a:ext cx="471" cy="306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临</a:t>
              </a:r>
              <a:endParaRPr lang="en-US" altLang="zh-CN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7" name="标签"/>
            <p:cNvSpPr/>
            <p:nvPr/>
          </p:nvSpPr>
          <p:spPr>
            <a:xfrm>
              <a:off x="12045" y="8871"/>
              <a:ext cx="47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endParaRPr lang="en-US" altLang="zh-CN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8" name="标签"/>
            <p:cNvSpPr/>
            <p:nvPr/>
          </p:nvSpPr>
          <p:spPr>
            <a:xfrm>
              <a:off x="12045" y="9373"/>
              <a:ext cx="47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</a:t>
              </a:r>
            </a:p>
          </p:txBody>
        </p:sp>
      </p:grpSp>
      <p:sp>
        <p:nvSpPr>
          <p:cNvPr id="5" name="标签">
            <a:extLst>
              <a:ext uri="{FF2B5EF4-FFF2-40B4-BE49-F238E27FC236}">
                <a16:creationId xmlns:a16="http://schemas.microsoft.com/office/drawing/2014/main" id="{004733BC-D370-0EB8-BCD7-1413EA8B66C9}"/>
              </a:ext>
            </a:extLst>
          </p:cNvPr>
          <p:cNvSpPr/>
          <p:nvPr/>
        </p:nvSpPr>
        <p:spPr>
          <a:xfrm>
            <a:off x="19433078" y="1094107"/>
            <a:ext cx="610870" cy="217170"/>
          </a:xfrm>
          <a:custGeom>
            <a:avLst/>
            <a:gdLst>
              <a:gd name="connsiteX0" fmla="*/ 0 w 466771"/>
              <a:gd name="connsiteY0" fmla="*/ 98800 h 197600"/>
              <a:gd name="connsiteX1" fmla="*/ 233386 w 466771"/>
              <a:gd name="connsiteY1" fmla="*/ 0 h 197600"/>
              <a:gd name="connsiteX2" fmla="*/ 466771 w 466771"/>
              <a:gd name="connsiteY2" fmla="*/ 98800 h 197600"/>
              <a:gd name="connsiteX3" fmla="*/ 233386 w 466771"/>
              <a:gd name="connsiteY3" fmla="*/ 197600 h 197600"/>
              <a:gd name="rtl" fmla="*/ 30400 w 466771"/>
              <a:gd name="rtt" fmla="*/ 30400 h 197600"/>
              <a:gd name="rtr" fmla="*/ 436372 w 466771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66771" h="197600" stroke="0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66771" h="197600" fill="none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</a:t>
            </a:r>
            <a:r>
              <a:rPr lang="en-US" altLang="zh-CN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endParaRPr lang="en-US" altLang="zh-CN" sz="1000" b="1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">
            <a:extLst>
              <a:ext uri="{FF2B5EF4-FFF2-40B4-BE49-F238E27FC236}">
                <a16:creationId xmlns:a16="http://schemas.microsoft.com/office/drawing/2014/main" id="{E15227E8-7FD4-0C52-9139-38AC4FF268CB}"/>
              </a:ext>
            </a:extLst>
          </p:cNvPr>
          <p:cNvSpPr/>
          <p:nvPr/>
        </p:nvSpPr>
        <p:spPr>
          <a:xfrm>
            <a:off x="19132088" y="1311277"/>
            <a:ext cx="911860" cy="197485"/>
          </a:xfrm>
          <a:custGeom>
            <a:avLst/>
            <a:gdLst/>
            <a:ahLst/>
            <a:cxnLst/>
            <a:rect l="l" t="t" r="r" b="b"/>
            <a:pathLst>
              <a:path w="912000" h="197600" stroke="0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  <a:path w="912000" h="197600" fill="none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57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34" name="Rectangle">
            <a:extLst>
              <a:ext uri="{FF2B5EF4-FFF2-40B4-BE49-F238E27FC236}">
                <a16:creationId xmlns:a16="http://schemas.microsoft.com/office/drawing/2014/main" id="{93FC8D0F-26BE-9641-1A2F-6797C6022CB5}"/>
              </a:ext>
            </a:extLst>
          </p:cNvPr>
          <p:cNvSpPr/>
          <p:nvPr/>
        </p:nvSpPr>
        <p:spPr>
          <a:xfrm>
            <a:off x="25317266" y="1311277"/>
            <a:ext cx="911860" cy="197485"/>
          </a:xfrm>
          <a:custGeom>
            <a:avLst/>
            <a:gdLst/>
            <a:ahLst/>
            <a:cxnLst/>
            <a:rect l="l" t="t" r="r" b="b"/>
            <a:pathLst>
              <a:path w="912000" h="197600" stroke="0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  <a:path w="912000" h="197600" fill="none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190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36" name="Rectangle">
            <a:extLst>
              <a:ext uri="{FF2B5EF4-FFF2-40B4-BE49-F238E27FC236}">
                <a16:creationId xmlns:a16="http://schemas.microsoft.com/office/drawing/2014/main" id="{C31C7E5F-DB3C-D778-51B3-05E7FD2D16FC}"/>
              </a:ext>
            </a:extLst>
          </p:cNvPr>
          <p:cNvSpPr/>
          <p:nvPr/>
        </p:nvSpPr>
        <p:spPr>
          <a:xfrm>
            <a:off x="14550175" y="3660094"/>
            <a:ext cx="537210" cy="197485"/>
          </a:xfrm>
          <a:custGeom>
            <a:avLst/>
            <a:gdLst/>
            <a:ahLst/>
            <a:cxnLst/>
            <a:rect l="l" t="t" r="r" b="b"/>
            <a:pathLst>
              <a:path w="912000" h="197600" stroke="0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  <a:path w="912000" h="197600" fill="none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40.6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1" name="标签">
            <a:extLst>
              <a:ext uri="{FF2B5EF4-FFF2-40B4-BE49-F238E27FC236}">
                <a16:creationId xmlns:a16="http://schemas.microsoft.com/office/drawing/2014/main" id="{7E2A3D55-8506-744D-3ADF-A583CCAA31EE}"/>
              </a:ext>
            </a:extLst>
          </p:cNvPr>
          <p:cNvSpPr/>
          <p:nvPr/>
        </p:nvSpPr>
        <p:spPr>
          <a:xfrm>
            <a:off x="13361967" y="3987190"/>
            <a:ext cx="533173" cy="217170"/>
          </a:xfrm>
          <a:custGeom>
            <a:avLst/>
            <a:gdLst>
              <a:gd name="connsiteX0" fmla="*/ 0 w 466771"/>
              <a:gd name="connsiteY0" fmla="*/ 98800 h 197600"/>
              <a:gd name="connsiteX1" fmla="*/ 233386 w 466771"/>
              <a:gd name="connsiteY1" fmla="*/ 0 h 197600"/>
              <a:gd name="connsiteX2" fmla="*/ 466771 w 466771"/>
              <a:gd name="connsiteY2" fmla="*/ 98800 h 197600"/>
              <a:gd name="connsiteX3" fmla="*/ 233386 w 466771"/>
              <a:gd name="connsiteY3" fmla="*/ 197600 h 197600"/>
              <a:gd name="rtl" fmla="*/ 30400 w 466771"/>
              <a:gd name="rtt" fmla="*/ 30400 h 197600"/>
              <a:gd name="rtr" fmla="*/ 436372 w 466771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66771" h="197600" stroke="0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66771" h="197600" fill="none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E8E9F5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调北</a:t>
            </a:r>
          </a:p>
        </p:txBody>
      </p:sp>
      <p:sp>
        <p:nvSpPr>
          <p:cNvPr id="42" name="右箭头 41">
            <a:extLst>
              <a:ext uri="{FF2B5EF4-FFF2-40B4-BE49-F238E27FC236}">
                <a16:creationId xmlns:a16="http://schemas.microsoft.com/office/drawing/2014/main" id="{D69E247B-5662-1BAB-CA17-296F30286214}"/>
              </a:ext>
            </a:extLst>
          </p:cNvPr>
          <p:cNvSpPr/>
          <p:nvPr/>
        </p:nvSpPr>
        <p:spPr>
          <a:xfrm>
            <a:off x="20292661" y="27153"/>
            <a:ext cx="1126439" cy="6234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Rectangle">
            <a:extLst>
              <a:ext uri="{FF2B5EF4-FFF2-40B4-BE49-F238E27FC236}">
                <a16:creationId xmlns:a16="http://schemas.microsoft.com/office/drawing/2014/main" id="{346F0941-3E01-DBED-B9B2-7797B11313E5}"/>
              </a:ext>
            </a:extLst>
          </p:cNvPr>
          <p:cNvSpPr/>
          <p:nvPr/>
        </p:nvSpPr>
        <p:spPr>
          <a:xfrm rot="5400000">
            <a:off x="20990420" y="818858"/>
            <a:ext cx="260350" cy="205740"/>
          </a:xfrm>
          <a:custGeom>
            <a:avLst/>
            <a:gdLst/>
            <a:ahLst/>
            <a:cxnLst/>
            <a:rect l="l" t="t" r="r" b="b"/>
            <a:pathLst>
              <a:path w="260496" h="205739" stroke="0">
                <a:moveTo>
                  <a:pt x="0" y="0"/>
                </a:moveTo>
                <a:lnTo>
                  <a:pt x="260496" y="0"/>
                </a:lnTo>
                <a:lnTo>
                  <a:pt x="260496" y="205739"/>
                </a:lnTo>
                <a:lnTo>
                  <a:pt x="0" y="205739"/>
                </a:lnTo>
                <a:lnTo>
                  <a:pt x="0" y="0"/>
                </a:lnTo>
                <a:close/>
              </a:path>
              <a:path w="260496" h="205739" fill="none">
                <a:moveTo>
                  <a:pt x="0" y="0"/>
                </a:moveTo>
                <a:lnTo>
                  <a:pt x="260496" y="0"/>
                </a:lnTo>
                <a:lnTo>
                  <a:pt x="260496" y="205739"/>
                </a:lnTo>
                <a:lnTo>
                  <a:pt x="0" y="205739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zh-CN" altLang="en-US" sz="48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</a:t>
            </a:r>
          </a:p>
        </p:txBody>
      </p:sp>
      <p:sp>
        <p:nvSpPr>
          <p:cNvPr id="45" name="Rectangle">
            <a:extLst>
              <a:ext uri="{FF2B5EF4-FFF2-40B4-BE49-F238E27FC236}">
                <a16:creationId xmlns:a16="http://schemas.microsoft.com/office/drawing/2014/main" id="{BA1DE774-E738-C973-BCCA-80B80E7975C6}"/>
              </a:ext>
            </a:extLst>
          </p:cNvPr>
          <p:cNvSpPr/>
          <p:nvPr/>
        </p:nvSpPr>
        <p:spPr>
          <a:xfrm>
            <a:off x="12222110" y="4330477"/>
            <a:ext cx="443230" cy="178435"/>
          </a:xfrm>
          <a:custGeom>
            <a:avLst/>
            <a:gdLst/>
            <a:ahLst/>
            <a:cxnLst/>
            <a:rect l="l" t="t" r="r" b="b"/>
            <a:pathLst>
              <a:path w="477961" h="505495" stroke="0">
                <a:moveTo>
                  <a:pt x="0" y="0"/>
                </a:moveTo>
                <a:lnTo>
                  <a:pt x="477961" y="0"/>
                </a:lnTo>
                <a:lnTo>
                  <a:pt x="477961" y="505495"/>
                </a:lnTo>
                <a:lnTo>
                  <a:pt x="0" y="505495"/>
                </a:lnTo>
                <a:lnTo>
                  <a:pt x="0" y="0"/>
                </a:lnTo>
                <a:close/>
              </a:path>
              <a:path w="477961" h="505495" fill="none">
                <a:moveTo>
                  <a:pt x="0" y="0"/>
                </a:moveTo>
                <a:lnTo>
                  <a:pt x="477961" y="0"/>
                </a:lnTo>
                <a:lnTo>
                  <a:pt x="477961" y="505495"/>
                </a:lnTo>
                <a:lnTo>
                  <a:pt x="0" y="505495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53" name="标签">
            <a:extLst>
              <a:ext uri="{FF2B5EF4-FFF2-40B4-BE49-F238E27FC236}">
                <a16:creationId xmlns:a16="http://schemas.microsoft.com/office/drawing/2014/main" id="{594EF41F-DF68-9848-BDAC-51ED68FD9D70}"/>
              </a:ext>
            </a:extLst>
          </p:cNvPr>
          <p:cNvSpPr/>
          <p:nvPr/>
        </p:nvSpPr>
        <p:spPr>
          <a:xfrm>
            <a:off x="13361967" y="3387061"/>
            <a:ext cx="586862" cy="217170"/>
          </a:xfrm>
          <a:custGeom>
            <a:avLst/>
            <a:gdLst>
              <a:gd name="connsiteX0" fmla="*/ 0 w 466771"/>
              <a:gd name="connsiteY0" fmla="*/ 98800 h 197600"/>
              <a:gd name="connsiteX1" fmla="*/ 233386 w 466771"/>
              <a:gd name="connsiteY1" fmla="*/ 0 h 197600"/>
              <a:gd name="connsiteX2" fmla="*/ 466771 w 466771"/>
              <a:gd name="connsiteY2" fmla="*/ 98800 h 197600"/>
              <a:gd name="connsiteX3" fmla="*/ 233386 w 466771"/>
              <a:gd name="connsiteY3" fmla="*/ 197600 h 197600"/>
              <a:gd name="rtl" fmla="*/ 30400 w 466771"/>
              <a:gd name="rtt" fmla="*/ 30400 h 197600"/>
              <a:gd name="rtr" fmla="*/ 436372 w 466771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66771" h="197600" stroke="0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66771" h="197600" fill="none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E8E9F5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机北</a:t>
            </a:r>
            <a:r>
              <a:rPr lang="en-US" altLang="zh-CN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zh-CN" altLang="en-US" sz="1000" b="1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Rectangle">
            <a:extLst>
              <a:ext uri="{FF2B5EF4-FFF2-40B4-BE49-F238E27FC236}">
                <a16:creationId xmlns:a16="http://schemas.microsoft.com/office/drawing/2014/main" id="{F7CF1809-9C86-2A6F-16F3-D865EF3A29E4}"/>
              </a:ext>
            </a:extLst>
          </p:cNvPr>
          <p:cNvSpPr/>
          <p:nvPr/>
        </p:nvSpPr>
        <p:spPr>
          <a:xfrm rot="20700759">
            <a:off x="6507843" y="5186999"/>
            <a:ext cx="1553140" cy="154940"/>
          </a:xfrm>
          <a:custGeom>
            <a:avLst/>
            <a:gdLst/>
            <a:ahLst/>
            <a:cxnLst/>
            <a:rect l="l" t="t" r="r" b="b"/>
            <a:pathLst>
              <a:path w="364439" h="577600" stroke="0">
                <a:moveTo>
                  <a:pt x="0" y="0"/>
                </a:moveTo>
                <a:lnTo>
                  <a:pt x="364439" y="0"/>
                </a:lnTo>
                <a:lnTo>
                  <a:pt x="364439" y="577600"/>
                </a:lnTo>
                <a:lnTo>
                  <a:pt x="0" y="577600"/>
                </a:lnTo>
                <a:lnTo>
                  <a:pt x="0" y="0"/>
                </a:lnTo>
                <a:close/>
              </a:path>
              <a:path w="364439" h="577600" fill="none">
                <a:moveTo>
                  <a:pt x="0" y="0"/>
                </a:moveTo>
                <a:lnTo>
                  <a:pt x="364439" y="0"/>
                </a:lnTo>
                <a:lnTo>
                  <a:pt x="364439" y="577600"/>
                </a:lnTo>
                <a:lnTo>
                  <a:pt x="0" y="57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chemeClr val="tx1"/>
            </a:solidFill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88.7m</a:t>
            </a:r>
          </a:p>
        </p:txBody>
      </p:sp>
      <p:sp>
        <p:nvSpPr>
          <p:cNvPr id="450" name="Rectangle">
            <a:extLst>
              <a:ext uri="{FF2B5EF4-FFF2-40B4-BE49-F238E27FC236}">
                <a16:creationId xmlns:a16="http://schemas.microsoft.com/office/drawing/2014/main" id="{355EBBD9-B8B8-83AF-8DA0-E61B6BB18272}"/>
              </a:ext>
            </a:extLst>
          </p:cNvPr>
          <p:cNvSpPr/>
          <p:nvPr/>
        </p:nvSpPr>
        <p:spPr>
          <a:xfrm rot="18016365">
            <a:off x="7329245" y="3330260"/>
            <a:ext cx="1675194" cy="197485"/>
          </a:xfrm>
          <a:custGeom>
            <a:avLst/>
            <a:gdLst>
              <a:gd name="rtr" fmla="*/ 912000 w 912000"/>
              <a:gd name="rtb" fmla="*/ 197600 h 197600"/>
            </a:gdLst>
            <a:ahLst/>
            <a:cxnLst/>
            <a:rect l="l" t="t" r="rtr" b="rtb"/>
            <a:pathLst>
              <a:path w="912000" h="197600" stroke="0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  <a:path w="912000" h="197600" fill="none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chemeClr val="tx1"/>
            </a:solidFill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131.8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51" name="Rectangle">
            <a:extLst>
              <a:ext uri="{FF2B5EF4-FFF2-40B4-BE49-F238E27FC236}">
                <a16:creationId xmlns:a16="http://schemas.microsoft.com/office/drawing/2014/main" id="{3450358C-53C0-D94D-CA9B-2128FF3DF2CF}"/>
              </a:ext>
            </a:extLst>
          </p:cNvPr>
          <p:cNvSpPr/>
          <p:nvPr/>
        </p:nvSpPr>
        <p:spPr>
          <a:xfrm rot="19757130">
            <a:off x="6922945" y="5680879"/>
            <a:ext cx="2487792" cy="156124"/>
          </a:xfrm>
          <a:custGeom>
            <a:avLst/>
            <a:gdLst/>
            <a:ahLst/>
            <a:cxnLst/>
            <a:rect l="l" t="t" r="r" b="b"/>
            <a:pathLst>
              <a:path w="364439" h="577600" stroke="0">
                <a:moveTo>
                  <a:pt x="0" y="0"/>
                </a:moveTo>
                <a:lnTo>
                  <a:pt x="364439" y="0"/>
                </a:lnTo>
                <a:lnTo>
                  <a:pt x="364439" y="577600"/>
                </a:lnTo>
                <a:lnTo>
                  <a:pt x="0" y="577600"/>
                </a:lnTo>
                <a:lnTo>
                  <a:pt x="0" y="0"/>
                </a:lnTo>
                <a:close/>
              </a:path>
              <a:path w="364439" h="577600" fill="none">
                <a:moveTo>
                  <a:pt x="0" y="0"/>
                </a:moveTo>
                <a:lnTo>
                  <a:pt x="364439" y="0"/>
                </a:lnTo>
                <a:lnTo>
                  <a:pt x="364439" y="577600"/>
                </a:lnTo>
                <a:lnTo>
                  <a:pt x="0" y="57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chemeClr val="tx1"/>
            </a:solidFill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89m</a:t>
            </a:r>
          </a:p>
        </p:txBody>
      </p:sp>
      <p:sp>
        <p:nvSpPr>
          <p:cNvPr id="452" name="标签">
            <a:extLst>
              <a:ext uri="{FF2B5EF4-FFF2-40B4-BE49-F238E27FC236}">
                <a16:creationId xmlns:a16="http://schemas.microsoft.com/office/drawing/2014/main" id="{DE02048C-A7A7-D2DA-8FC0-F6A72BABAAF6}"/>
              </a:ext>
            </a:extLst>
          </p:cNvPr>
          <p:cNvSpPr/>
          <p:nvPr/>
        </p:nvSpPr>
        <p:spPr>
          <a:xfrm rot="19660162">
            <a:off x="9418306" y="4829063"/>
            <a:ext cx="701213" cy="319497"/>
          </a:xfrm>
          <a:custGeom>
            <a:avLst/>
            <a:gdLst>
              <a:gd name="connsiteX0" fmla="*/ 0 w 481480"/>
              <a:gd name="connsiteY0" fmla="*/ 98800 h 197600"/>
              <a:gd name="connsiteX1" fmla="*/ 240740 w 481480"/>
              <a:gd name="connsiteY1" fmla="*/ 0 h 197600"/>
              <a:gd name="connsiteX2" fmla="*/ 481480 w 481480"/>
              <a:gd name="connsiteY2" fmla="*/ 98800 h 197600"/>
              <a:gd name="connsiteX3" fmla="*/ 240740 w 481480"/>
              <a:gd name="connsiteY3" fmla="*/ 197600 h 197600"/>
              <a:gd name="rtl" fmla="*/ 30400 w 481480"/>
              <a:gd name="rtt" fmla="*/ 30400 h 197600"/>
              <a:gd name="rtr" fmla="*/ 451080 w 481480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81480" h="197600" stroke="0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81480" h="197600" fill="none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FF0000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油漆线非可用</a:t>
            </a:r>
            <a:endParaRPr lang="en-US" altLang="zh-CN" sz="10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标签">
            <a:extLst>
              <a:ext uri="{FF2B5EF4-FFF2-40B4-BE49-F238E27FC236}">
                <a16:creationId xmlns:a16="http://schemas.microsoft.com/office/drawing/2014/main" id="{D5060585-B909-57FE-38FA-B40BD9F0D985}"/>
              </a:ext>
            </a:extLst>
          </p:cNvPr>
          <p:cNvSpPr/>
          <p:nvPr/>
        </p:nvSpPr>
        <p:spPr>
          <a:xfrm>
            <a:off x="14997320" y="6236217"/>
            <a:ext cx="305299" cy="225171"/>
          </a:xfrm>
          <a:custGeom>
            <a:avLst/>
            <a:gdLst>
              <a:gd name="connsiteX0" fmla="*/ 0 w 481480"/>
              <a:gd name="connsiteY0" fmla="*/ 98800 h 197600"/>
              <a:gd name="connsiteX1" fmla="*/ 240740 w 481480"/>
              <a:gd name="connsiteY1" fmla="*/ 0 h 197600"/>
              <a:gd name="connsiteX2" fmla="*/ 481480 w 481480"/>
              <a:gd name="connsiteY2" fmla="*/ 98800 h 197600"/>
              <a:gd name="connsiteX3" fmla="*/ 240740 w 481480"/>
              <a:gd name="connsiteY3" fmla="*/ 197600 h 197600"/>
              <a:gd name="rtl" fmla="*/ 30400 w 481480"/>
              <a:gd name="rtt" fmla="*/ 30400 h 197600"/>
              <a:gd name="rtr" fmla="*/ 451080 w 481480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81480" h="197600" stroke="0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81480" h="197600" fill="none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FF0000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</a:t>
            </a:r>
            <a:endParaRPr lang="en-US" altLang="zh-CN" sz="10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4" name="文本框 453">
            <a:extLst>
              <a:ext uri="{FF2B5EF4-FFF2-40B4-BE49-F238E27FC236}">
                <a16:creationId xmlns:a16="http://schemas.microsoft.com/office/drawing/2014/main" id="{DFCD76CE-0321-12FE-A365-3FBD123FA402}"/>
              </a:ext>
            </a:extLst>
          </p:cNvPr>
          <p:cNvSpPr txBox="1"/>
          <p:nvPr/>
        </p:nvSpPr>
        <p:spPr>
          <a:xfrm>
            <a:off x="15371762" y="6148224"/>
            <a:ext cx="2025444" cy="6263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：功能同辆渡</a:t>
            </a:r>
            <a:r>
              <a:rPr lang="en-US" altLang="zh-CN" sz="1400" dirty="0"/>
              <a:t>,</a:t>
            </a:r>
            <a:r>
              <a:rPr lang="zh-CN" altLang="en-US" sz="1400" dirty="0"/>
              <a:t>但不计入经过线路</a:t>
            </a:r>
          </a:p>
        </p:txBody>
      </p:sp>
      <p:sp>
        <p:nvSpPr>
          <p:cNvPr id="455" name="Rectangle">
            <a:extLst>
              <a:ext uri="{FF2B5EF4-FFF2-40B4-BE49-F238E27FC236}">
                <a16:creationId xmlns:a16="http://schemas.microsoft.com/office/drawing/2014/main" id="{954A35C6-71FF-C818-5CD6-13FD92A0DF7A}"/>
              </a:ext>
            </a:extLst>
          </p:cNvPr>
          <p:cNvSpPr/>
          <p:nvPr/>
        </p:nvSpPr>
        <p:spPr>
          <a:xfrm>
            <a:off x="-3855924" y="2742753"/>
            <a:ext cx="426720" cy="189865"/>
          </a:xfrm>
          <a:custGeom>
            <a:avLst/>
            <a:gdLst/>
            <a:ahLst/>
            <a:cxnLst/>
            <a:rect l="l" t="t" r="r" b="b"/>
            <a:pathLst>
              <a:path w="890120" h="190000" stroke="0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  <a:path w="890120" h="190000" fill="none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151.7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56" name="Rectangle">
            <a:extLst>
              <a:ext uri="{FF2B5EF4-FFF2-40B4-BE49-F238E27FC236}">
                <a16:creationId xmlns:a16="http://schemas.microsoft.com/office/drawing/2014/main" id="{D73EC8FD-2D00-6989-25AF-05B7D9E6D49C}"/>
              </a:ext>
            </a:extLst>
          </p:cNvPr>
          <p:cNvSpPr/>
          <p:nvPr/>
        </p:nvSpPr>
        <p:spPr>
          <a:xfrm>
            <a:off x="-3855924" y="3144205"/>
            <a:ext cx="426720" cy="189865"/>
          </a:xfrm>
          <a:custGeom>
            <a:avLst/>
            <a:gdLst/>
            <a:ahLst/>
            <a:cxnLst/>
            <a:rect l="l" t="t" r="r" b="b"/>
            <a:pathLst>
              <a:path w="890120" h="190000" stroke="0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  <a:path w="890120" h="190000" fill="none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151.7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57" name="Rectangle">
            <a:extLst>
              <a:ext uri="{FF2B5EF4-FFF2-40B4-BE49-F238E27FC236}">
                <a16:creationId xmlns:a16="http://schemas.microsoft.com/office/drawing/2014/main" id="{B43A0BEC-1E9E-F373-83BC-AF95D90D9AE1}"/>
              </a:ext>
            </a:extLst>
          </p:cNvPr>
          <p:cNvSpPr/>
          <p:nvPr/>
        </p:nvSpPr>
        <p:spPr>
          <a:xfrm>
            <a:off x="-3855924" y="3578056"/>
            <a:ext cx="426720" cy="189865"/>
          </a:xfrm>
          <a:custGeom>
            <a:avLst/>
            <a:gdLst/>
            <a:ahLst/>
            <a:cxnLst/>
            <a:rect l="l" t="t" r="r" b="b"/>
            <a:pathLst>
              <a:path w="890120" h="190000" stroke="0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  <a:path w="890120" h="190000" fill="none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151.7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58" name="Rectangle">
            <a:extLst>
              <a:ext uri="{FF2B5EF4-FFF2-40B4-BE49-F238E27FC236}">
                <a16:creationId xmlns:a16="http://schemas.microsoft.com/office/drawing/2014/main" id="{11BA192D-BB4A-083C-587B-8620E9EF4282}"/>
              </a:ext>
            </a:extLst>
          </p:cNvPr>
          <p:cNvSpPr/>
          <p:nvPr/>
        </p:nvSpPr>
        <p:spPr>
          <a:xfrm>
            <a:off x="-3855924" y="4011907"/>
            <a:ext cx="426720" cy="189865"/>
          </a:xfrm>
          <a:custGeom>
            <a:avLst/>
            <a:gdLst/>
            <a:ahLst/>
            <a:cxnLst/>
            <a:rect l="l" t="t" r="r" b="b"/>
            <a:pathLst>
              <a:path w="890120" h="190000" stroke="0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  <a:path w="890120" h="190000" fill="none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151.7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59" name="标签">
            <a:extLst>
              <a:ext uri="{FF2B5EF4-FFF2-40B4-BE49-F238E27FC236}">
                <a16:creationId xmlns:a16="http://schemas.microsoft.com/office/drawing/2014/main" id="{2383BBFE-6CB5-FFDC-54EE-B7F83F464A03}"/>
              </a:ext>
            </a:extLst>
          </p:cNvPr>
          <p:cNvSpPr/>
          <p:nvPr/>
        </p:nvSpPr>
        <p:spPr>
          <a:xfrm>
            <a:off x="-1507896" y="4508912"/>
            <a:ext cx="763377" cy="268437"/>
          </a:xfrm>
          <a:custGeom>
            <a:avLst/>
            <a:gdLst>
              <a:gd name="connsiteX0" fmla="*/ 0 w 481480"/>
              <a:gd name="connsiteY0" fmla="*/ 98800 h 197600"/>
              <a:gd name="connsiteX1" fmla="*/ 240740 w 481480"/>
              <a:gd name="connsiteY1" fmla="*/ 0 h 197600"/>
              <a:gd name="connsiteX2" fmla="*/ 481480 w 481480"/>
              <a:gd name="connsiteY2" fmla="*/ 98800 h 197600"/>
              <a:gd name="connsiteX3" fmla="*/ 240740 w 481480"/>
              <a:gd name="connsiteY3" fmla="*/ 197600 h 197600"/>
              <a:gd name="rtl" fmla="*/ 30400 w 481480"/>
              <a:gd name="rtt" fmla="*/ 30400 h 197600"/>
              <a:gd name="rtr" fmla="*/ 451080 w 481480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81480" h="197600" stroke="0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81480" h="197600" fill="none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FF0000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轮非可用</a:t>
            </a:r>
            <a:endParaRPr lang="en-US" altLang="zh-CN" sz="10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1" name="标签">
            <a:extLst>
              <a:ext uri="{FF2B5EF4-FFF2-40B4-BE49-F238E27FC236}">
                <a16:creationId xmlns:a16="http://schemas.microsoft.com/office/drawing/2014/main" id="{C137EDA8-1223-5BB4-8EAC-82219B381BEA}"/>
              </a:ext>
            </a:extLst>
          </p:cNvPr>
          <p:cNvSpPr/>
          <p:nvPr/>
        </p:nvSpPr>
        <p:spPr>
          <a:xfrm>
            <a:off x="-1772874" y="3726392"/>
            <a:ext cx="997980" cy="268437"/>
          </a:xfrm>
          <a:custGeom>
            <a:avLst/>
            <a:gdLst>
              <a:gd name="connsiteX0" fmla="*/ 0 w 481480"/>
              <a:gd name="connsiteY0" fmla="*/ 98800 h 197600"/>
              <a:gd name="connsiteX1" fmla="*/ 240740 w 481480"/>
              <a:gd name="connsiteY1" fmla="*/ 0 h 197600"/>
              <a:gd name="connsiteX2" fmla="*/ 481480 w 481480"/>
              <a:gd name="connsiteY2" fmla="*/ 98800 h 197600"/>
              <a:gd name="connsiteX3" fmla="*/ 240740 w 481480"/>
              <a:gd name="connsiteY3" fmla="*/ 197600 h 197600"/>
              <a:gd name="rtl" fmla="*/ 30400 w 481480"/>
              <a:gd name="rtt" fmla="*/ 30400 h 197600"/>
              <a:gd name="rtr" fmla="*/ 451080 w 481480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81480" h="197600" stroke="0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81480" h="197600" fill="none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FF0000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</a:t>
            </a:r>
            <a:r>
              <a:rPr lang="en-US" altLang="zh-CN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外非可用</a:t>
            </a:r>
            <a:endParaRPr lang="en-US" altLang="zh-CN" sz="10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2" name="标签">
            <a:extLst>
              <a:ext uri="{FF2B5EF4-FFF2-40B4-BE49-F238E27FC236}">
                <a16:creationId xmlns:a16="http://schemas.microsoft.com/office/drawing/2014/main" id="{B5EA6AC1-7458-327E-30E0-C2C52FF0A0B2}"/>
              </a:ext>
            </a:extLst>
          </p:cNvPr>
          <p:cNvSpPr/>
          <p:nvPr/>
        </p:nvSpPr>
        <p:spPr>
          <a:xfrm>
            <a:off x="-1772874" y="3335794"/>
            <a:ext cx="997980" cy="268437"/>
          </a:xfrm>
          <a:custGeom>
            <a:avLst/>
            <a:gdLst>
              <a:gd name="connsiteX0" fmla="*/ 0 w 481480"/>
              <a:gd name="connsiteY0" fmla="*/ 98800 h 197600"/>
              <a:gd name="connsiteX1" fmla="*/ 240740 w 481480"/>
              <a:gd name="connsiteY1" fmla="*/ 0 h 197600"/>
              <a:gd name="connsiteX2" fmla="*/ 481480 w 481480"/>
              <a:gd name="connsiteY2" fmla="*/ 98800 h 197600"/>
              <a:gd name="connsiteX3" fmla="*/ 240740 w 481480"/>
              <a:gd name="connsiteY3" fmla="*/ 197600 h 197600"/>
              <a:gd name="rtl" fmla="*/ 30400 w 481480"/>
              <a:gd name="rtt" fmla="*/ 30400 h 197600"/>
              <a:gd name="rtr" fmla="*/ 451080 w 481480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81480" h="197600" stroke="0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81480" h="197600" fill="none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FF0000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</a:t>
            </a:r>
            <a:r>
              <a:rPr lang="en-US" altLang="zh-CN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外非可用</a:t>
            </a:r>
            <a:endParaRPr lang="en-US" altLang="zh-CN" sz="10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3" name="标签">
            <a:extLst>
              <a:ext uri="{FF2B5EF4-FFF2-40B4-BE49-F238E27FC236}">
                <a16:creationId xmlns:a16="http://schemas.microsoft.com/office/drawing/2014/main" id="{526B558C-9275-51BE-92DD-A24142237FC5}"/>
              </a:ext>
            </a:extLst>
          </p:cNvPr>
          <p:cNvSpPr/>
          <p:nvPr/>
        </p:nvSpPr>
        <p:spPr>
          <a:xfrm>
            <a:off x="-1742499" y="2863175"/>
            <a:ext cx="997980" cy="268437"/>
          </a:xfrm>
          <a:custGeom>
            <a:avLst/>
            <a:gdLst>
              <a:gd name="connsiteX0" fmla="*/ 0 w 481480"/>
              <a:gd name="connsiteY0" fmla="*/ 98800 h 197600"/>
              <a:gd name="connsiteX1" fmla="*/ 240740 w 481480"/>
              <a:gd name="connsiteY1" fmla="*/ 0 h 197600"/>
              <a:gd name="connsiteX2" fmla="*/ 481480 w 481480"/>
              <a:gd name="connsiteY2" fmla="*/ 98800 h 197600"/>
              <a:gd name="connsiteX3" fmla="*/ 240740 w 481480"/>
              <a:gd name="connsiteY3" fmla="*/ 197600 h 197600"/>
              <a:gd name="rtl" fmla="*/ 30400 w 481480"/>
              <a:gd name="rtt" fmla="*/ 30400 h 197600"/>
              <a:gd name="rtr" fmla="*/ 451080 w 481480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81480" h="197600" stroke="0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81480" h="197600" fill="none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FF0000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</a:t>
            </a:r>
            <a:r>
              <a:rPr lang="en-US" altLang="zh-CN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外非可用</a:t>
            </a:r>
            <a:endParaRPr lang="en-US" altLang="zh-CN" sz="10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4" name="标签">
            <a:extLst>
              <a:ext uri="{FF2B5EF4-FFF2-40B4-BE49-F238E27FC236}">
                <a16:creationId xmlns:a16="http://schemas.microsoft.com/office/drawing/2014/main" id="{B7934C60-2E04-6F23-4D84-C76D83DCBD1F}"/>
              </a:ext>
            </a:extLst>
          </p:cNvPr>
          <p:cNvSpPr/>
          <p:nvPr/>
        </p:nvSpPr>
        <p:spPr>
          <a:xfrm>
            <a:off x="-2006886" y="2040307"/>
            <a:ext cx="997980" cy="268437"/>
          </a:xfrm>
          <a:custGeom>
            <a:avLst/>
            <a:gdLst>
              <a:gd name="connsiteX0" fmla="*/ 0 w 481480"/>
              <a:gd name="connsiteY0" fmla="*/ 98800 h 197600"/>
              <a:gd name="connsiteX1" fmla="*/ 240740 w 481480"/>
              <a:gd name="connsiteY1" fmla="*/ 0 h 197600"/>
              <a:gd name="connsiteX2" fmla="*/ 481480 w 481480"/>
              <a:gd name="connsiteY2" fmla="*/ 98800 h 197600"/>
              <a:gd name="connsiteX3" fmla="*/ 240740 w 481480"/>
              <a:gd name="connsiteY3" fmla="*/ 197600 h 197600"/>
              <a:gd name="rtl" fmla="*/ 30400 w 481480"/>
              <a:gd name="rtt" fmla="*/ 30400 h 197600"/>
              <a:gd name="rtr" fmla="*/ 451080 w 481480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81480" h="197600" stroke="0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81480" h="197600" fill="none">
                <a:moveTo>
                  <a:pt x="35568" y="0"/>
                </a:moveTo>
                <a:lnTo>
                  <a:pt x="445912" y="0"/>
                </a:lnTo>
                <a:cubicBezTo>
                  <a:pt x="465556" y="0"/>
                  <a:pt x="481480" y="15924"/>
                  <a:pt x="481480" y="35568"/>
                </a:cubicBezTo>
                <a:lnTo>
                  <a:pt x="481480" y="162032"/>
                </a:lnTo>
                <a:cubicBezTo>
                  <a:pt x="481480" y="181676"/>
                  <a:pt x="465556" y="197600"/>
                  <a:pt x="445912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FF0000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</a:t>
            </a:r>
            <a:r>
              <a:rPr lang="en-US" altLang="zh-CN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外非可用</a:t>
            </a:r>
            <a:endParaRPr lang="en-US" altLang="zh-CN" sz="1000" b="1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标签">
            <a:extLst>
              <a:ext uri="{FF2B5EF4-FFF2-40B4-BE49-F238E27FC236}">
                <a16:creationId xmlns:a16="http://schemas.microsoft.com/office/drawing/2014/main" id="{C36728FF-F9A5-A77A-CBA5-6474DC9EBED6}"/>
              </a:ext>
            </a:extLst>
          </p:cNvPr>
          <p:cNvSpPr/>
          <p:nvPr/>
        </p:nvSpPr>
        <p:spPr>
          <a:xfrm rot="18840000">
            <a:off x="16789277" y="3475326"/>
            <a:ext cx="577850" cy="257810"/>
          </a:xfrm>
          <a:custGeom>
            <a:avLst/>
            <a:gdLst>
              <a:gd name="connsiteX0" fmla="*/ 0 w 466771"/>
              <a:gd name="connsiteY0" fmla="*/ 98800 h 197600"/>
              <a:gd name="connsiteX1" fmla="*/ 233386 w 466771"/>
              <a:gd name="connsiteY1" fmla="*/ 0 h 197600"/>
              <a:gd name="connsiteX2" fmla="*/ 466771 w 466771"/>
              <a:gd name="connsiteY2" fmla="*/ 98800 h 197600"/>
              <a:gd name="connsiteX3" fmla="*/ 233386 w 466771"/>
              <a:gd name="connsiteY3" fmla="*/ 197600 h 197600"/>
              <a:gd name="rtl" fmla="*/ 30400 w 466771"/>
              <a:gd name="rtt" fmla="*/ 30400 h 197600"/>
              <a:gd name="rtr" fmla="*/ 436372 w 466771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66771" h="197600" stroke="0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66771" h="197600" fill="none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chemeClr val="accent4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机北</a:t>
            </a:r>
            <a:r>
              <a:rPr lang="en-US" altLang="zh-CN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页-1">
          <a:extLst>
            <a:ext uri="{FF2B5EF4-FFF2-40B4-BE49-F238E27FC236}">
              <a16:creationId xmlns:a16="http://schemas.microsoft.com/office/drawing/2014/main" id="{83E13D76-9D2C-F7B3-0077-613C1E08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组合 98">
            <a:extLst>
              <a:ext uri="{FF2B5EF4-FFF2-40B4-BE49-F238E27FC236}">
                <a16:creationId xmlns:a16="http://schemas.microsoft.com/office/drawing/2014/main" id="{361D8F82-9D2C-65F8-B485-8AC04FD6E378}"/>
              </a:ext>
            </a:extLst>
          </p:cNvPr>
          <p:cNvGrpSpPr/>
          <p:nvPr/>
        </p:nvGrpSpPr>
        <p:grpSpPr>
          <a:xfrm>
            <a:off x="1421181" y="38883"/>
            <a:ext cx="18896965" cy="7268210"/>
            <a:chOff x="-10106" y="-239"/>
            <a:chExt cx="29759" cy="11446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DC5B3D3A-C2B7-32A3-E69C-26EE074E7C9A}"/>
                </a:ext>
              </a:extLst>
            </p:cNvPr>
            <p:cNvGrpSpPr/>
            <p:nvPr/>
          </p:nvGrpSpPr>
          <p:grpSpPr>
            <a:xfrm rot="10800000">
              <a:off x="-4685" y="4180"/>
              <a:ext cx="155" cy="3016"/>
              <a:chOff x="7941925" y="4810856"/>
              <a:chExt cx="98544" cy="1914985"/>
            </a:xfrm>
          </p:grpSpPr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8778E2E5-EF97-38A9-1CD5-2F369B4663C1}"/>
                  </a:ext>
                </a:extLst>
              </p:cNvPr>
              <p:cNvGrpSpPr/>
              <p:nvPr/>
            </p:nvGrpSpPr>
            <p:grpSpPr>
              <a:xfrm>
                <a:off x="7941925" y="4810856"/>
                <a:ext cx="98544" cy="391659"/>
                <a:chOff x="7941925" y="4810856"/>
                <a:chExt cx="98544" cy="391659"/>
              </a:xfrm>
            </p:grpSpPr>
            <p:pic>
              <p:nvPicPr>
                <p:cNvPr id="103" name="图片 102">
                  <a:extLst>
                    <a:ext uri="{FF2B5EF4-FFF2-40B4-BE49-F238E27FC236}">
                      <a16:creationId xmlns:a16="http://schemas.microsoft.com/office/drawing/2014/main" id="{BD83EFC1-30AE-CA5E-0B42-DB3E26E052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4861399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  <p:pic>
              <p:nvPicPr>
                <p:cNvPr id="104" name="图片 103">
                  <a:extLst>
                    <a:ext uri="{FF2B5EF4-FFF2-40B4-BE49-F238E27FC236}">
                      <a16:creationId xmlns:a16="http://schemas.microsoft.com/office/drawing/2014/main" id="{F755D635-0273-6809-1913-906531DA9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5053428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</p:grpSp>
          <p:grpSp>
            <p:nvGrpSpPr>
              <p:cNvPr id="105" name="组合 104">
                <a:extLst>
                  <a:ext uri="{FF2B5EF4-FFF2-40B4-BE49-F238E27FC236}">
                    <a16:creationId xmlns:a16="http://schemas.microsoft.com/office/drawing/2014/main" id="{FB689246-EF07-3F54-69F7-81693C3FE408}"/>
                  </a:ext>
                </a:extLst>
              </p:cNvPr>
              <p:cNvGrpSpPr/>
              <p:nvPr/>
            </p:nvGrpSpPr>
            <p:grpSpPr>
              <a:xfrm>
                <a:off x="7941925" y="5194914"/>
                <a:ext cx="98544" cy="391659"/>
                <a:chOff x="7941925" y="5194914"/>
                <a:chExt cx="98544" cy="391659"/>
              </a:xfrm>
            </p:grpSpPr>
            <p:pic>
              <p:nvPicPr>
                <p:cNvPr id="106" name="图片 105">
                  <a:extLst>
                    <a:ext uri="{FF2B5EF4-FFF2-40B4-BE49-F238E27FC236}">
                      <a16:creationId xmlns:a16="http://schemas.microsoft.com/office/drawing/2014/main" id="{BCAB2596-B490-1A25-57B1-E0FEB44B84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5245457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  <p:pic>
              <p:nvPicPr>
                <p:cNvPr id="107" name="图片 106">
                  <a:extLst>
                    <a:ext uri="{FF2B5EF4-FFF2-40B4-BE49-F238E27FC236}">
                      <a16:creationId xmlns:a16="http://schemas.microsoft.com/office/drawing/2014/main" id="{97B4C455-D80C-1ADF-1C76-CE209216BD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5437486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</p:grpSp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1C81A734-67C5-52C5-B177-CC50A3DB579B}"/>
                  </a:ext>
                </a:extLst>
              </p:cNvPr>
              <p:cNvGrpSpPr/>
              <p:nvPr/>
            </p:nvGrpSpPr>
            <p:grpSpPr>
              <a:xfrm>
                <a:off x="7941925" y="5578974"/>
                <a:ext cx="98544" cy="391659"/>
                <a:chOff x="7941925" y="5578974"/>
                <a:chExt cx="98544" cy="391659"/>
              </a:xfrm>
            </p:grpSpPr>
            <p:pic>
              <p:nvPicPr>
                <p:cNvPr id="109" name="图片 108">
                  <a:extLst>
                    <a:ext uri="{FF2B5EF4-FFF2-40B4-BE49-F238E27FC236}">
                      <a16:creationId xmlns:a16="http://schemas.microsoft.com/office/drawing/2014/main" id="{1E0EFC1C-8B86-9BF8-80C0-3E4F8467C4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5629517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  <p:pic>
              <p:nvPicPr>
                <p:cNvPr id="110" name="图片 109">
                  <a:extLst>
                    <a:ext uri="{FF2B5EF4-FFF2-40B4-BE49-F238E27FC236}">
                      <a16:creationId xmlns:a16="http://schemas.microsoft.com/office/drawing/2014/main" id="{AF04BD32-C3A3-58AF-1267-99FB59BC0A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5821546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</p:grpSp>
          <p:grpSp>
            <p:nvGrpSpPr>
              <p:cNvPr id="111" name="组合 110">
                <a:extLst>
                  <a:ext uri="{FF2B5EF4-FFF2-40B4-BE49-F238E27FC236}">
                    <a16:creationId xmlns:a16="http://schemas.microsoft.com/office/drawing/2014/main" id="{B18C63A5-F40D-146D-EEFE-D88E653EBD1D}"/>
                  </a:ext>
                </a:extLst>
              </p:cNvPr>
              <p:cNvGrpSpPr/>
              <p:nvPr/>
            </p:nvGrpSpPr>
            <p:grpSpPr>
              <a:xfrm>
                <a:off x="7941925" y="5963033"/>
                <a:ext cx="98544" cy="391659"/>
                <a:chOff x="7941925" y="5963033"/>
                <a:chExt cx="98544" cy="391659"/>
              </a:xfrm>
            </p:grpSpPr>
            <p:pic>
              <p:nvPicPr>
                <p:cNvPr id="112" name="图片 111">
                  <a:extLst>
                    <a:ext uri="{FF2B5EF4-FFF2-40B4-BE49-F238E27FC236}">
                      <a16:creationId xmlns:a16="http://schemas.microsoft.com/office/drawing/2014/main" id="{04CF334E-AB36-235D-402F-A8CC1B91C5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6013576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  <p:pic>
              <p:nvPicPr>
                <p:cNvPr id="113" name="图片 112">
                  <a:extLst>
                    <a:ext uri="{FF2B5EF4-FFF2-40B4-BE49-F238E27FC236}">
                      <a16:creationId xmlns:a16="http://schemas.microsoft.com/office/drawing/2014/main" id="{C1D3471D-BFFB-F248-D611-C201039AE6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6205605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</p:grpSp>
          <p:grpSp>
            <p:nvGrpSpPr>
              <p:cNvPr id="114" name="组合 113">
                <a:extLst>
                  <a:ext uri="{FF2B5EF4-FFF2-40B4-BE49-F238E27FC236}">
                    <a16:creationId xmlns:a16="http://schemas.microsoft.com/office/drawing/2014/main" id="{1C219FE9-32E0-1F81-DA36-B4679E6523D6}"/>
                  </a:ext>
                </a:extLst>
              </p:cNvPr>
              <p:cNvGrpSpPr/>
              <p:nvPr/>
            </p:nvGrpSpPr>
            <p:grpSpPr>
              <a:xfrm>
                <a:off x="7941925" y="6334182"/>
                <a:ext cx="98544" cy="391659"/>
                <a:chOff x="7941925" y="6334182"/>
                <a:chExt cx="98544" cy="391659"/>
              </a:xfrm>
            </p:grpSpPr>
            <p:pic>
              <p:nvPicPr>
                <p:cNvPr id="115" name="图片 114">
                  <a:extLst>
                    <a:ext uri="{FF2B5EF4-FFF2-40B4-BE49-F238E27FC236}">
                      <a16:creationId xmlns:a16="http://schemas.microsoft.com/office/drawing/2014/main" id="{92F32359-A6EC-B5B6-AC2D-4E995031E9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6384725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  <p:pic>
              <p:nvPicPr>
                <p:cNvPr id="116" name="图片 115">
                  <a:extLst>
                    <a:ext uri="{FF2B5EF4-FFF2-40B4-BE49-F238E27FC236}">
                      <a16:creationId xmlns:a16="http://schemas.microsoft.com/office/drawing/2014/main" id="{E83D6C4D-DA5B-5350-CE53-E383F63A2D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5400000">
                  <a:off x="7891382" y="6576754"/>
                  <a:ext cx="199630" cy="98544"/>
                </a:xfrm>
                <a:prstGeom prst="rect">
                  <a:avLst/>
                </a:prstGeom>
                <a:ln w="7600" cap="flat">
                  <a:noFill/>
                  <a:miter/>
                </a:ln>
              </p:spPr>
            </p:pic>
          </p:grpSp>
        </p:grpSp>
        <p:sp>
          <p:nvSpPr>
            <p:cNvPr id="117" name="带拐角线路">
              <a:extLst>
                <a:ext uri="{FF2B5EF4-FFF2-40B4-BE49-F238E27FC236}">
                  <a16:creationId xmlns:a16="http://schemas.microsoft.com/office/drawing/2014/main" id="{55357832-C4BF-2401-23EE-EBF39508E4C4}"/>
                </a:ext>
              </a:extLst>
            </p:cNvPr>
            <p:cNvSpPr/>
            <p:nvPr/>
          </p:nvSpPr>
          <p:spPr>
            <a:xfrm rot="18000000">
              <a:off x="-149" y="-1454"/>
              <a:ext cx="11446" cy="13875"/>
            </a:xfrm>
            <a:custGeom>
              <a:avLst/>
              <a:gdLst>
                <a:gd name="connsiteX0" fmla="*/ 28724 w 7268245"/>
                <a:gd name="connsiteY0" fmla="*/ 4405454 h 8810908"/>
                <a:gd name="connsiteX1" fmla="*/ 7241858 w 7268245"/>
                <a:gd name="connsiteY1" fmla="*/ 8795784 h 8810908"/>
              </a:gdLst>
              <a:ahLst/>
              <a:cxnLst>
                <a:cxn ang="108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7268245" h="8810908" stroke="0">
                  <a:moveTo>
                    <a:pt x="0" y="0"/>
                  </a:moveTo>
                  <a:lnTo>
                    <a:pt x="2234932" y="0"/>
                  </a:lnTo>
                  <a:lnTo>
                    <a:pt x="7268245" y="8780660"/>
                  </a:lnTo>
                  <a:lnTo>
                    <a:pt x="7215463" y="8810908"/>
                  </a:lnTo>
                  <a:lnTo>
                    <a:pt x="219966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7268245" h="8810908" fill="none">
                  <a:moveTo>
                    <a:pt x="0" y="0"/>
                  </a:moveTo>
                  <a:lnTo>
                    <a:pt x="2234932" y="0"/>
                  </a:lnTo>
                  <a:lnTo>
                    <a:pt x="7268245" y="8780660"/>
                  </a:lnTo>
                  <a:lnTo>
                    <a:pt x="7215463" y="8810908"/>
                  </a:lnTo>
                  <a:lnTo>
                    <a:pt x="219966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直线线路">
              <a:extLst>
                <a:ext uri="{FF2B5EF4-FFF2-40B4-BE49-F238E27FC236}">
                  <a16:creationId xmlns:a16="http://schemas.microsoft.com/office/drawing/2014/main" id="{D57426E2-78CC-F2AA-C850-25DC6C9B9FF7}"/>
                </a:ext>
              </a:extLst>
            </p:cNvPr>
            <p:cNvSpPr/>
            <p:nvPr/>
          </p:nvSpPr>
          <p:spPr>
            <a:xfrm rot="10830000">
              <a:off x="-3359" y="4143"/>
              <a:ext cx="1717" cy="96"/>
            </a:xfrm>
            <a:custGeom>
              <a:avLst/>
              <a:gdLst>
                <a:gd name="connsiteX0" fmla="*/ 28724 w 1090501"/>
                <a:gd name="connsiteY0" fmla="*/ 28724 h 60800"/>
                <a:gd name="connsiteX1" fmla="*/ 1060101 w 1090501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1090501" h="60800" stroke="0">
                  <a:moveTo>
                    <a:pt x="0" y="0"/>
                  </a:moveTo>
                  <a:lnTo>
                    <a:pt x="1090501" y="0"/>
                  </a:lnTo>
                  <a:lnTo>
                    <a:pt x="1090501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1090501" h="60800" fill="none">
                  <a:moveTo>
                    <a:pt x="0" y="0"/>
                  </a:moveTo>
                  <a:lnTo>
                    <a:pt x="1090501" y="0"/>
                  </a:lnTo>
                  <a:lnTo>
                    <a:pt x="1090501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带拐角线路">
              <a:extLst>
                <a:ext uri="{FF2B5EF4-FFF2-40B4-BE49-F238E27FC236}">
                  <a16:creationId xmlns:a16="http://schemas.microsoft.com/office/drawing/2014/main" id="{016A7714-6DD9-4AAB-428A-E1C0C3FDB013}"/>
                </a:ext>
              </a:extLst>
            </p:cNvPr>
            <p:cNvSpPr/>
            <p:nvPr/>
          </p:nvSpPr>
          <p:spPr>
            <a:xfrm rot="7200000">
              <a:off x="-8706" y="2221"/>
              <a:ext cx="5054" cy="5588"/>
            </a:xfrm>
            <a:custGeom>
              <a:avLst/>
              <a:gdLst>
                <a:gd name="connsiteX0" fmla="*/ 28724 w 3209541"/>
                <a:gd name="connsiteY0" fmla="*/ 1774114 h 3548227"/>
                <a:gd name="connsiteX1" fmla="*/ 3182948 w 3209541"/>
                <a:gd name="connsiteY1" fmla="*/ 3533498 h 3548227"/>
              </a:gdLst>
              <a:ahLst/>
              <a:cxnLst>
                <a:cxn ang="108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3209541" h="3548227" stroke="0">
                  <a:moveTo>
                    <a:pt x="0" y="0"/>
                  </a:moveTo>
                  <a:lnTo>
                    <a:pt x="1247586" y="0"/>
                  </a:lnTo>
                  <a:lnTo>
                    <a:pt x="3209541" y="3518770"/>
                  </a:lnTo>
                  <a:lnTo>
                    <a:pt x="3156356" y="3548227"/>
                  </a:lnTo>
                  <a:lnTo>
                    <a:pt x="121176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3209541" h="3548227" fill="none">
                  <a:moveTo>
                    <a:pt x="0" y="0"/>
                  </a:moveTo>
                  <a:lnTo>
                    <a:pt x="1247586" y="0"/>
                  </a:lnTo>
                  <a:lnTo>
                    <a:pt x="3209541" y="3518770"/>
                  </a:lnTo>
                  <a:lnTo>
                    <a:pt x="3156356" y="3548227"/>
                  </a:lnTo>
                  <a:lnTo>
                    <a:pt x="121176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直线线路">
              <a:extLst>
                <a:ext uri="{FF2B5EF4-FFF2-40B4-BE49-F238E27FC236}">
                  <a16:creationId xmlns:a16="http://schemas.microsoft.com/office/drawing/2014/main" id="{513B680D-1E4A-2F01-2DC7-EE6D39C49B6D}"/>
                </a:ext>
              </a:extLst>
            </p:cNvPr>
            <p:cNvSpPr/>
            <p:nvPr/>
          </p:nvSpPr>
          <p:spPr>
            <a:xfrm rot="10830000">
              <a:off x="-9841" y="6914"/>
              <a:ext cx="6630" cy="96"/>
            </a:xfrm>
            <a:custGeom>
              <a:avLst/>
              <a:gdLst>
                <a:gd name="connsiteX0" fmla="*/ 28724 w 4209944"/>
                <a:gd name="connsiteY0" fmla="*/ 28724 h 60800"/>
                <a:gd name="connsiteX1" fmla="*/ 4179544 w 4209944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4209944" h="60800" stroke="0">
                  <a:moveTo>
                    <a:pt x="0" y="0"/>
                  </a:moveTo>
                  <a:lnTo>
                    <a:pt x="4209944" y="0"/>
                  </a:lnTo>
                  <a:lnTo>
                    <a:pt x="4209944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4209944" h="60800" fill="none">
                  <a:moveTo>
                    <a:pt x="0" y="0"/>
                  </a:moveTo>
                  <a:lnTo>
                    <a:pt x="4209944" y="0"/>
                  </a:lnTo>
                  <a:lnTo>
                    <a:pt x="4209944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直线线路">
              <a:extLst>
                <a:ext uri="{FF2B5EF4-FFF2-40B4-BE49-F238E27FC236}">
                  <a16:creationId xmlns:a16="http://schemas.microsoft.com/office/drawing/2014/main" id="{83CBA279-F7AB-663A-4001-AD7FA93AEA93}"/>
                </a:ext>
              </a:extLst>
            </p:cNvPr>
            <p:cNvSpPr/>
            <p:nvPr/>
          </p:nvSpPr>
          <p:spPr>
            <a:xfrm rot="10830000">
              <a:off x="-9841" y="6356"/>
              <a:ext cx="6901" cy="96"/>
            </a:xfrm>
            <a:custGeom>
              <a:avLst/>
              <a:gdLst>
                <a:gd name="connsiteX0" fmla="*/ 28724 w 4381826"/>
                <a:gd name="connsiteY0" fmla="*/ 28724 h 60800"/>
                <a:gd name="connsiteX1" fmla="*/ 4351426 w 4381826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4381826" h="60800" stroke="0">
                  <a:moveTo>
                    <a:pt x="0" y="0"/>
                  </a:moveTo>
                  <a:lnTo>
                    <a:pt x="4381826" y="0"/>
                  </a:lnTo>
                  <a:lnTo>
                    <a:pt x="4381826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4381826" h="60800" fill="none">
                  <a:moveTo>
                    <a:pt x="0" y="0"/>
                  </a:moveTo>
                  <a:lnTo>
                    <a:pt x="4381826" y="0"/>
                  </a:lnTo>
                  <a:lnTo>
                    <a:pt x="4381826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带拐角线路">
              <a:extLst>
                <a:ext uri="{FF2B5EF4-FFF2-40B4-BE49-F238E27FC236}">
                  <a16:creationId xmlns:a16="http://schemas.microsoft.com/office/drawing/2014/main" id="{AD39079B-3330-4E86-C61A-2BDE217A751E}"/>
                </a:ext>
              </a:extLst>
            </p:cNvPr>
            <p:cNvSpPr/>
            <p:nvPr/>
          </p:nvSpPr>
          <p:spPr>
            <a:xfrm rot="7200000">
              <a:off x="-8614" y="2041"/>
              <a:ext cx="4070" cy="5233"/>
            </a:xfrm>
            <a:custGeom>
              <a:avLst/>
              <a:gdLst>
                <a:gd name="connsiteX0" fmla="*/ 28724 w 2584433"/>
                <a:gd name="connsiteY0" fmla="*/ 1661611 h 3323222"/>
                <a:gd name="connsiteX1" fmla="*/ 2557886 w 2584433"/>
                <a:gd name="connsiteY1" fmla="*/ 3308409 h 3323222"/>
              </a:gdLst>
              <a:ahLst/>
              <a:cxnLst>
                <a:cxn ang="108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2584433" h="3323222" stroke="0">
                  <a:moveTo>
                    <a:pt x="0" y="0"/>
                  </a:moveTo>
                  <a:lnTo>
                    <a:pt x="734464" y="0"/>
                  </a:lnTo>
                  <a:lnTo>
                    <a:pt x="2584433" y="3293597"/>
                  </a:lnTo>
                  <a:lnTo>
                    <a:pt x="2531340" y="3323222"/>
                  </a:lnTo>
                  <a:lnTo>
                    <a:pt x="698761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2584433" h="3323222" fill="none">
                  <a:moveTo>
                    <a:pt x="0" y="0"/>
                  </a:moveTo>
                  <a:lnTo>
                    <a:pt x="734464" y="0"/>
                  </a:lnTo>
                  <a:lnTo>
                    <a:pt x="2584433" y="3293597"/>
                  </a:lnTo>
                  <a:lnTo>
                    <a:pt x="2531340" y="3323222"/>
                  </a:lnTo>
                  <a:lnTo>
                    <a:pt x="698761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直线线路">
              <a:extLst>
                <a:ext uri="{FF2B5EF4-FFF2-40B4-BE49-F238E27FC236}">
                  <a16:creationId xmlns:a16="http://schemas.microsoft.com/office/drawing/2014/main" id="{5037F14A-C2F9-3BD1-FAF0-98E79332FEF9}"/>
                </a:ext>
              </a:extLst>
            </p:cNvPr>
            <p:cNvSpPr/>
            <p:nvPr/>
          </p:nvSpPr>
          <p:spPr>
            <a:xfrm rot="10830000">
              <a:off x="-9842" y="4439"/>
              <a:ext cx="6300" cy="96"/>
            </a:xfrm>
            <a:custGeom>
              <a:avLst/>
              <a:gdLst>
                <a:gd name="connsiteX0" fmla="*/ 28724 w 4000762"/>
                <a:gd name="connsiteY0" fmla="*/ 28724 h 60800"/>
                <a:gd name="connsiteX1" fmla="*/ 3970362 w 4000762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4000762" h="60800" stroke="0">
                  <a:moveTo>
                    <a:pt x="0" y="0"/>
                  </a:moveTo>
                  <a:lnTo>
                    <a:pt x="4000762" y="0"/>
                  </a:lnTo>
                  <a:lnTo>
                    <a:pt x="4000762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4000762" h="60800" fill="none">
                  <a:moveTo>
                    <a:pt x="0" y="0"/>
                  </a:moveTo>
                  <a:lnTo>
                    <a:pt x="4000762" y="0"/>
                  </a:lnTo>
                  <a:lnTo>
                    <a:pt x="4000762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直线线路">
              <a:extLst>
                <a:ext uri="{FF2B5EF4-FFF2-40B4-BE49-F238E27FC236}">
                  <a16:creationId xmlns:a16="http://schemas.microsoft.com/office/drawing/2014/main" id="{B224E750-C859-83AC-0A95-A2E8A42EC8FE}"/>
                </a:ext>
              </a:extLst>
            </p:cNvPr>
            <p:cNvSpPr/>
            <p:nvPr/>
          </p:nvSpPr>
          <p:spPr>
            <a:xfrm rot="7200000">
              <a:off x="-425" y="5134"/>
              <a:ext cx="2783" cy="122"/>
            </a:xfrm>
            <a:custGeom>
              <a:avLst/>
              <a:gdLst>
                <a:gd name="connsiteX0" fmla="*/ 28724 w 1905200"/>
                <a:gd name="connsiteY0" fmla="*/ 28724 h 60800"/>
                <a:gd name="connsiteX1" fmla="*/ 1874800 w 1905200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1905200" h="60800" stroke="0">
                  <a:moveTo>
                    <a:pt x="0" y="0"/>
                  </a:moveTo>
                  <a:lnTo>
                    <a:pt x="1905200" y="0"/>
                  </a:lnTo>
                  <a:lnTo>
                    <a:pt x="190520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1905200" h="60800" fill="none">
                  <a:moveTo>
                    <a:pt x="0" y="0"/>
                  </a:moveTo>
                  <a:lnTo>
                    <a:pt x="1905200" y="0"/>
                  </a:lnTo>
                  <a:lnTo>
                    <a:pt x="190520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带拐角线路">
              <a:extLst>
                <a:ext uri="{FF2B5EF4-FFF2-40B4-BE49-F238E27FC236}">
                  <a16:creationId xmlns:a16="http://schemas.microsoft.com/office/drawing/2014/main" id="{8CF7D298-62E4-4D76-8FA4-63D87AFACE35}"/>
                </a:ext>
              </a:extLst>
            </p:cNvPr>
            <p:cNvSpPr/>
            <p:nvPr/>
          </p:nvSpPr>
          <p:spPr>
            <a:xfrm rot="10800000">
              <a:off x="2262" y="3964"/>
              <a:ext cx="11363" cy="2009"/>
            </a:xfrm>
            <a:custGeom>
              <a:avLst/>
              <a:gdLst>
                <a:gd name="connsiteX0" fmla="*/ 28724 w 7215433"/>
                <a:gd name="connsiteY0" fmla="*/ 637699 h 1275398"/>
                <a:gd name="connsiteX1" fmla="*/ 7195460 w 7215433"/>
                <a:gd name="connsiteY1" fmla="*/ 1252480 h 1275398"/>
              </a:gdLst>
              <a:ahLst/>
              <a:cxnLst>
                <a:cxn ang="1080000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15433" h="1275398" stroke="0">
                  <a:moveTo>
                    <a:pt x="0" y="0"/>
                  </a:moveTo>
                  <a:lnTo>
                    <a:pt x="5785613" y="0"/>
                  </a:lnTo>
                  <a:lnTo>
                    <a:pt x="7215433" y="1229562"/>
                  </a:lnTo>
                  <a:lnTo>
                    <a:pt x="7175486" y="1275398"/>
                  </a:lnTo>
                  <a:lnTo>
                    <a:pt x="576283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7215433" h="1275398" fill="none">
                  <a:moveTo>
                    <a:pt x="0" y="0"/>
                  </a:moveTo>
                  <a:lnTo>
                    <a:pt x="5785613" y="0"/>
                  </a:lnTo>
                  <a:lnTo>
                    <a:pt x="7215433" y="1229562"/>
                  </a:lnTo>
                  <a:lnTo>
                    <a:pt x="7175486" y="1275398"/>
                  </a:lnTo>
                  <a:lnTo>
                    <a:pt x="576283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直线线路">
              <a:extLst>
                <a:ext uri="{FF2B5EF4-FFF2-40B4-BE49-F238E27FC236}">
                  <a16:creationId xmlns:a16="http://schemas.microsoft.com/office/drawing/2014/main" id="{006891B4-BFD1-3D97-AD76-2CD8A0D7BEFD}"/>
                </a:ext>
              </a:extLst>
            </p:cNvPr>
            <p:cNvSpPr/>
            <p:nvPr/>
          </p:nvSpPr>
          <p:spPr>
            <a:xfrm rot="10080000">
              <a:off x="-1449" y="7687"/>
              <a:ext cx="5767" cy="96"/>
            </a:xfrm>
            <a:custGeom>
              <a:avLst/>
              <a:gdLst>
                <a:gd name="connsiteX0" fmla="*/ 28724 w 3662274"/>
                <a:gd name="connsiteY0" fmla="*/ 28724 h 60800"/>
                <a:gd name="connsiteX1" fmla="*/ 3631874 w 3662274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3662274" h="60800" stroke="0">
                  <a:moveTo>
                    <a:pt x="0" y="0"/>
                  </a:moveTo>
                  <a:lnTo>
                    <a:pt x="3662274" y="0"/>
                  </a:lnTo>
                  <a:lnTo>
                    <a:pt x="3662274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3662274" h="60800" fill="none">
                  <a:moveTo>
                    <a:pt x="0" y="0"/>
                  </a:moveTo>
                  <a:lnTo>
                    <a:pt x="3662274" y="0"/>
                  </a:lnTo>
                  <a:lnTo>
                    <a:pt x="3662274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直线线路">
              <a:extLst>
                <a:ext uri="{FF2B5EF4-FFF2-40B4-BE49-F238E27FC236}">
                  <a16:creationId xmlns:a16="http://schemas.microsoft.com/office/drawing/2014/main" id="{680AACD2-AACF-7924-1CC0-6953E09A8D7F}"/>
                </a:ext>
              </a:extLst>
            </p:cNvPr>
            <p:cNvSpPr/>
            <p:nvPr/>
          </p:nvSpPr>
          <p:spPr>
            <a:xfrm rot="13080000">
              <a:off x="9223" y="4915"/>
              <a:ext cx="3124" cy="96"/>
            </a:xfrm>
            <a:custGeom>
              <a:avLst/>
              <a:gdLst>
                <a:gd name="connsiteX0" fmla="*/ 28724 w 1983790"/>
                <a:gd name="connsiteY0" fmla="*/ 28724 h 60800"/>
                <a:gd name="connsiteX1" fmla="*/ 1953390 w 1983790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1983790" h="60800" stroke="0">
                  <a:moveTo>
                    <a:pt x="0" y="0"/>
                  </a:moveTo>
                  <a:lnTo>
                    <a:pt x="1983790" y="0"/>
                  </a:lnTo>
                  <a:lnTo>
                    <a:pt x="198379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1983790" h="60800" fill="none">
                  <a:moveTo>
                    <a:pt x="0" y="0"/>
                  </a:moveTo>
                  <a:lnTo>
                    <a:pt x="1983790" y="0"/>
                  </a:lnTo>
                  <a:lnTo>
                    <a:pt x="198379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带拐角线路">
              <a:extLst>
                <a:ext uri="{FF2B5EF4-FFF2-40B4-BE49-F238E27FC236}">
                  <a16:creationId xmlns:a16="http://schemas.microsoft.com/office/drawing/2014/main" id="{E51B8972-FF72-E65B-BB32-1A1C78374FCA}"/>
                </a:ext>
              </a:extLst>
            </p:cNvPr>
            <p:cNvSpPr/>
            <p:nvPr/>
          </p:nvSpPr>
          <p:spPr>
            <a:xfrm rot="10800000">
              <a:off x="13532" y="4932"/>
              <a:ext cx="1968" cy="1041"/>
            </a:xfrm>
            <a:custGeom>
              <a:avLst/>
              <a:gdLst>
                <a:gd name="connsiteX0" fmla="*/ 684000 w 1249946"/>
                <a:gd name="connsiteY0" fmla="*/ 330436 h 660872"/>
                <a:gd name="connsiteX1" fmla="*/ -511655 w 1249946"/>
                <a:gd name="connsiteY1" fmla="*/ 642074 h 660872"/>
              </a:gdLst>
              <a:ahLst/>
              <a:cxnLst>
                <a:cxn ang="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1249946" h="660872" stroke="0">
                  <a:moveTo>
                    <a:pt x="1249946" y="0"/>
                  </a:moveTo>
                  <a:lnTo>
                    <a:pt x="506020" y="0"/>
                  </a:lnTo>
                  <a:lnTo>
                    <a:pt x="0" y="623276"/>
                  </a:lnTo>
                  <a:lnTo>
                    <a:pt x="47783" y="660872"/>
                  </a:lnTo>
                  <a:lnTo>
                    <a:pt x="535546" y="60800"/>
                  </a:lnTo>
                  <a:lnTo>
                    <a:pt x="1249946" y="60800"/>
                  </a:lnTo>
                  <a:lnTo>
                    <a:pt x="1249946" y="0"/>
                  </a:lnTo>
                  <a:close/>
                </a:path>
                <a:path w="1249946" h="660872" fill="none">
                  <a:moveTo>
                    <a:pt x="1249946" y="0"/>
                  </a:moveTo>
                  <a:lnTo>
                    <a:pt x="506020" y="0"/>
                  </a:lnTo>
                  <a:lnTo>
                    <a:pt x="0" y="623276"/>
                  </a:lnTo>
                  <a:lnTo>
                    <a:pt x="47783" y="660872"/>
                  </a:lnTo>
                  <a:lnTo>
                    <a:pt x="535546" y="60800"/>
                  </a:lnTo>
                  <a:lnTo>
                    <a:pt x="1249946" y="60800"/>
                  </a:lnTo>
                  <a:lnTo>
                    <a:pt x="1249946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直线线路">
              <a:extLst>
                <a:ext uri="{FF2B5EF4-FFF2-40B4-BE49-F238E27FC236}">
                  <a16:creationId xmlns:a16="http://schemas.microsoft.com/office/drawing/2014/main" id="{5CE59D15-0950-5071-D804-117FCD36C790}"/>
                </a:ext>
              </a:extLst>
            </p:cNvPr>
            <p:cNvSpPr/>
            <p:nvPr/>
          </p:nvSpPr>
          <p:spPr>
            <a:xfrm rot="10800000">
              <a:off x="10832" y="4942"/>
              <a:ext cx="5451" cy="96"/>
            </a:xfrm>
            <a:custGeom>
              <a:avLst/>
              <a:gdLst>
                <a:gd name="connsiteX0" fmla="*/ 28724 w 3461288"/>
                <a:gd name="connsiteY0" fmla="*/ 28724 h 60800"/>
                <a:gd name="connsiteX1" fmla="*/ 3430888 w 3461288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3461288" h="60800" stroke="0">
                  <a:moveTo>
                    <a:pt x="0" y="0"/>
                  </a:moveTo>
                  <a:lnTo>
                    <a:pt x="3461288" y="0"/>
                  </a:lnTo>
                  <a:lnTo>
                    <a:pt x="3461288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3461288" h="60800" fill="none">
                  <a:moveTo>
                    <a:pt x="0" y="0"/>
                  </a:moveTo>
                  <a:lnTo>
                    <a:pt x="3461288" y="0"/>
                  </a:lnTo>
                  <a:lnTo>
                    <a:pt x="3461288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带拐角线路">
              <a:extLst>
                <a:ext uri="{FF2B5EF4-FFF2-40B4-BE49-F238E27FC236}">
                  <a16:creationId xmlns:a16="http://schemas.microsoft.com/office/drawing/2014/main" id="{59766239-E66E-5C73-1AAD-FF951852DCA9}"/>
                </a:ext>
              </a:extLst>
            </p:cNvPr>
            <p:cNvSpPr/>
            <p:nvPr/>
          </p:nvSpPr>
          <p:spPr>
            <a:xfrm rot="10800000">
              <a:off x="15136" y="2272"/>
              <a:ext cx="3647" cy="2766"/>
            </a:xfrm>
            <a:custGeom>
              <a:avLst/>
              <a:gdLst>
                <a:gd name="connsiteX0" fmla="*/ 684000 w 2315912"/>
                <a:gd name="connsiteY0" fmla="*/ 878146 h 1756291"/>
                <a:gd name="connsiteX1" fmla="*/ -1579006 w 2315912"/>
                <a:gd name="connsiteY1" fmla="*/ 1735855 h 1756291"/>
              </a:gdLst>
              <a:ahLst/>
              <a:cxnLst>
                <a:cxn ang="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2315912" h="1756291" stroke="0">
                  <a:moveTo>
                    <a:pt x="2315912" y="0"/>
                  </a:moveTo>
                  <a:lnTo>
                    <a:pt x="1574595" y="0"/>
                  </a:lnTo>
                  <a:lnTo>
                    <a:pt x="0" y="1715419"/>
                  </a:lnTo>
                  <a:lnTo>
                    <a:pt x="45012" y="1756291"/>
                  </a:lnTo>
                  <a:lnTo>
                    <a:pt x="1601512" y="60800"/>
                  </a:lnTo>
                  <a:lnTo>
                    <a:pt x="2315912" y="60800"/>
                  </a:lnTo>
                  <a:lnTo>
                    <a:pt x="2315912" y="0"/>
                  </a:lnTo>
                  <a:close/>
                </a:path>
                <a:path w="2315912" h="1756291" fill="none">
                  <a:moveTo>
                    <a:pt x="2315912" y="0"/>
                  </a:moveTo>
                  <a:lnTo>
                    <a:pt x="1574595" y="0"/>
                  </a:lnTo>
                  <a:lnTo>
                    <a:pt x="0" y="1715419"/>
                  </a:lnTo>
                  <a:lnTo>
                    <a:pt x="45012" y="1756291"/>
                  </a:lnTo>
                  <a:lnTo>
                    <a:pt x="1601512" y="60800"/>
                  </a:lnTo>
                  <a:lnTo>
                    <a:pt x="2315912" y="60800"/>
                  </a:lnTo>
                  <a:lnTo>
                    <a:pt x="2315912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带拐角线路">
              <a:extLst>
                <a:ext uri="{FF2B5EF4-FFF2-40B4-BE49-F238E27FC236}">
                  <a16:creationId xmlns:a16="http://schemas.microsoft.com/office/drawing/2014/main" id="{27825DE3-7739-CA6B-C107-D02BABA917E4}"/>
                </a:ext>
              </a:extLst>
            </p:cNvPr>
            <p:cNvSpPr/>
            <p:nvPr/>
          </p:nvSpPr>
          <p:spPr>
            <a:xfrm rot="10800000">
              <a:off x="14355" y="3121"/>
              <a:ext cx="2563" cy="947"/>
            </a:xfrm>
            <a:custGeom>
              <a:avLst/>
              <a:gdLst>
                <a:gd name="connsiteX0" fmla="*/ 1071588 w 1627750"/>
                <a:gd name="connsiteY0" fmla="*/ 300725 h 601450"/>
                <a:gd name="connsiteX1" fmla="*/ -502676 w 1627750"/>
                <a:gd name="connsiteY1" fmla="*/ 581672 h 601450"/>
              </a:gdLst>
              <a:ahLst/>
              <a:cxnLst>
                <a:cxn ang="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1627750" h="601450" stroke="0">
                  <a:moveTo>
                    <a:pt x="1627750" y="0"/>
                  </a:moveTo>
                  <a:lnTo>
                    <a:pt x="497789" y="0"/>
                  </a:lnTo>
                  <a:lnTo>
                    <a:pt x="0" y="561894"/>
                  </a:lnTo>
                  <a:lnTo>
                    <a:pt x="46173" y="601450"/>
                  </a:lnTo>
                  <a:lnTo>
                    <a:pt x="525762" y="60800"/>
                  </a:lnTo>
                  <a:lnTo>
                    <a:pt x="1627750" y="60800"/>
                  </a:lnTo>
                  <a:lnTo>
                    <a:pt x="1627750" y="0"/>
                  </a:lnTo>
                  <a:close/>
                </a:path>
                <a:path w="1627750" h="601450" fill="none">
                  <a:moveTo>
                    <a:pt x="1627750" y="0"/>
                  </a:moveTo>
                  <a:lnTo>
                    <a:pt x="497789" y="0"/>
                  </a:lnTo>
                  <a:lnTo>
                    <a:pt x="0" y="561894"/>
                  </a:lnTo>
                  <a:lnTo>
                    <a:pt x="46173" y="601450"/>
                  </a:lnTo>
                  <a:lnTo>
                    <a:pt x="525762" y="60800"/>
                  </a:lnTo>
                  <a:lnTo>
                    <a:pt x="1627750" y="60800"/>
                  </a:lnTo>
                  <a:lnTo>
                    <a:pt x="162775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带拐角线路">
              <a:extLst>
                <a:ext uri="{FF2B5EF4-FFF2-40B4-BE49-F238E27FC236}">
                  <a16:creationId xmlns:a16="http://schemas.microsoft.com/office/drawing/2014/main" id="{3C4D871A-9DF9-1A29-0060-2487B66E7BEF}"/>
                </a:ext>
              </a:extLst>
            </p:cNvPr>
            <p:cNvSpPr/>
            <p:nvPr/>
          </p:nvSpPr>
          <p:spPr>
            <a:xfrm>
              <a:off x="4126" y="2252"/>
              <a:ext cx="15527" cy="1783"/>
            </a:xfrm>
            <a:custGeom>
              <a:avLst/>
              <a:gdLst>
                <a:gd name="connsiteX0" fmla="*/ 8694639 w 9859594"/>
                <a:gd name="connsiteY0" fmla="*/ 565979 h 1131958"/>
                <a:gd name="connsiteX1" fmla="*/ -1113085 w 9859594"/>
                <a:gd name="connsiteY1" fmla="*/ 1110436 h 1131958"/>
              </a:gdLst>
              <a:ahLst/>
              <a:cxnLst>
                <a:cxn ang="162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9859594" h="1131958" stroke="0">
                  <a:moveTo>
                    <a:pt x="9859594" y="0"/>
                  </a:moveTo>
                  <a:lnTo>
                    <a:pt x="1109414" y="0"/>
                  </a:lnTo>
                  <a:lnTo>
                    <a:pt x="0" y="1088914"/>
                  </a:lnTo>
                  <a:lnTo>
                    <a:pt x="42939" y="1131958"/>
                  </a:lnTo>
                  <a:lnTo>
                    <a:pt x="1134554" y="60800"/>
                  </a:lnTo>
                  <a:lnTo>
                    <a:pt x="9859594" y="60800"/>
                  </a:lnTo>
                  <a:lnTo>
                    <a:pt x="9859594" y="0"/>
                  </a:lnTo>
                  <a:close/>
                </a:path>
                <a:path w="9859594" h="1131958" fill="none">
                  <a:moveTo>
                    <a:pt x="9859594" y="0"/>
                  </a:moveTo>
                  <a:lnTo>
                    <a:pt x="1109414" y="0"/>
                  </a:lnTo>
                  <a:lnTo>
                    <a:pt x="0" y="1088914"/>
                  </a:lnTo>
                  <a:lnTo>
                    <a:pt x="42939" y="1131958"/>
                  </a:lnTo>
                  <a:lnTo>
                    <a:pt x="1134554" y="60800"/>
                  </a:lnTo>
                  <a:lnTo>
                    <a:pt x="9859594" y="60800"/>
                  </a:lnTo>
                  <a:lnTo>
                    <a:pt x="9859594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带拐角线路">
              <a:extLst>
                <a:ext uri="{FF2B5EF4-FFF2-40B4-BE49-F238E27FC236}">
                  <a16:creationId xmlns:a16="http://schemas.microsoft.com/office/drawing/2014/main" id="{47437401-E54B-80CA-1C98-66B1476AE5CB}"/>
                </a:ext>
              </a:extLst>
            </p:cNvPr>
            <p:cNvSpPr/>
            <p:nvPr/>
          </p:nvSpPr>
          <p:spPr>
            <a:xfrm rot="10800000">
              <a:off x="8018" y="2274"/>
              <a:ext cx="9938" cy="947"/>
            </a:xfrm>
            <a:custGeom>
              <a:avLst/>
              <a:gdLst>
                <a:gd name="connsiteX0" fmla="*/ 28724 w 6310682"/>
                <a:gd name="connsiteY0" fmla="*/ 300527 h 601054"/>
                <a:gd name="connsiteX1" fmla="*/ 6286792 w 6310682"/>
                <a:gd name="connsiteY1" fmla="*/ 582255 h 601054"/>
              </a:gdLst>
              <a:ahLst/>
              <a:cxnLst>
                <a:cxn ang="108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6310682" h="601054" stroke="0">
                  <a:moveTo>
                    <a:pt x="0" y="0"/>
                  </a:moveTo>
                  <a:lnTo>
                    <a:pt x="5851663" y="0"/>
                  </a:lnTo>
                  <a:lnTo>
                    <a:pt x="6310682" y="563456"/>
                  </a:lnTo>
                  <a:lnTo>
                    <a:pt x="6262902" y="601054"/>
                  </a:lnTo>
                  <a:lnTo>
                    <a:pt x="5822139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6310682" h="601054" fill="none">
                  <a:moveTo>
                    <a:pt x="0" y="0"/>
                  </a:moveTo>
                  <a:lnTo>
                    <a:pt x="5851663" y="0"/>
                  </a:lnTo>
                  <a:lnTo>
                    <a:pt x="6310682" y="563456"/>
                  </a:lnTo>
                  <a:lnTo>
                    <a:pt x="6262902" y="601054"/>
                  </a:lnTo>
                  <a:lnTo>
                    <a:pt x="5822139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带拐角线路">
              <a:extLst>
                <a:ext uri="{FF2B5EF4-FFF2-40B4-BE49-F238E27FC236}">
                  <a16:creationId xmlns:a16="http://schemas.microsoft.com/office/drawing/2014/main" id="{6CC4F6AF-A945-7D61-443F-E43797D14D63}"/>
                </a:ext>
              </a:extLst>
            </p:cNvPr>
            <p:cNvSpPr/>
            <p:nvPr/>
          </p:nvSpPr>
          <p:spPr>
            <a:xfrm>
              <a:off x="5074" y="1279"/>
              <a:ext cx="10418" cy="1809"/>
            </a:xfrm>
            <a:custGeom>
              <a:avLst/>
              <a:gdLst>
                <a:gd name="connsiteX0" fmla="*/ 5908374 w 6615118"/>
                <a:gd name="connsiteY0" fmla="*/ 574509 h 1149018"/>
                <a:gd name="connsiteX1" fmla="*/ -649834 w 6615118"/>
                <a:gd name="connsiteY1" fmla="*/ 1134140 h 1149018"/>
              </a:gdLst>
              <a:ahLst/>
              <a:cxnLst>
                <a:cxn ang="162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6615118" h="1149018" stroke="0">
                  <a:moveTo>
                    <a:pt x="6615118" y="0"/>
                  </a:moveTo>
                  <a:lnTo>
                    <a:pt x="640745" y="0"/>
                  </a:lnTo>
                  <a:lnTo>
                    <a:pt x="0" y="1119262"/>
                  </a:lnTo>
                  <a:lnTo>
                    <a:pt x="53021" y="1149018"/>
                  </a:lnTo>
                  <a:lnTo>
                    <a:pt x="676344" y="60800"/>
                  </a:lnTo>
                  <a:lnTo>
                    <a:pt x="6615118" y="60800"/>
                  </a:lnTo>
                  <a:lnTo>
                    <a:pt x="6615118" y="0"/>
                  </a:lnTo>
                  <a:close/>
                </a:path>
                <a:path w="6615118" h="1149018" fill="none">
                  <a:moveTo>
                    <a:pt x="6615118" y="0"/>
                  </a:moveTo>
                  <a:lnTo>
                    <a:pt x="640745" y="0"/>
                  </a:lnTo>
                  <a:lnTo>
                    <a:pt x="0" y="1119262"/>
                  </a:lnTo>
                  <a:lnTo>
                    <a:pt x="53021" y="1149018"/>
                  </a:lnTo>
                  <a:lnTo>
                    <a:pt x="676344" y="60800"/>
                  </a:lnTo>
                  <a:lnTo>
                    <a:pt x="6615118" y="60800"/>
                  </a:lnTo>
                  <a:lnTo>
                    <a:pt x="6615118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带拐角线路">
              <a:extLst>
                <a:ext uri="{FF2B5EF4-FFF2-40B4-BE49-F238E27FC236}">
                  <a16:creationId xmlns:a16="http://schemas.microsoft.com/office/drawing/2014/main" id="{4CD19BDB-2153-137E-D48A-F9B78FD16CEB}"/>
                </a:ext>
              </a:extLst>
            </p:cNvPr>
            <p:cNvSpPr/>
            <p:nvPr/>
          </p:nvSpPr>
          <p:spPr>
            <a:xfrm rot="18000">
              <a:off x="15404" y="1284"/>
              <a:ext cx="2098" cy="1047"/>
            </a:xfrm>
            <a:custGeom>
              <a:avLst/>
              <a:gdLst>
                <a:gd name="connsiteX0" fmla="*/ 28724 w 1331968"/>
                <a:gd name="connsiteY0" fmla="*/ 332523 h 665046"/>
                <a:gd name="connsiteX1" fmla="*/ 1309594 w 1331968"/>
                <a:gd name="connsiteY1" fmla="*/ 644466 h 665046"/>
              </a:gdLst>
              <a:ahLst/>
              <a:cxnLst>
                <a:cxn ang="108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1331968" h="665046" stroke="0">
                  <a:moveTo>
                    <a:pt x="0" y="0"/>
                  </a:moveTo>
                  <a:lnTo>
                    <a:pt x="741085" y="0"/>
                  </a:lnTo>
                  <a:lnTo>
                    <a:pt x="1331968" y="623887"/>
                  </a:lnTo>
                  <a:lnTo>
                    <a:pt x="1287220" y="665046"/>
                  </a:lnTo>
                  <a:lnTo>
                    <a:pt x="71440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1331968" h="665046" fill="none">
                  <a:moveTo>
                    <a:pt x="0" y="0"/>
                  </a:moveTo>
                  <a:lnTo>
                    <a:pt x="741085" y="0"/>
                  </a:lnTo>
                  <a:lnTo>
                    <a:pt x="1331968" y="623887"/>
                  </a:lnTo>
                  <a:lnTo>
                    <a:pt x="1287220" y="665046"/>
                  </a:lnTo>
                  <a:lnTo>
                    <a:pt x="71440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带拐角线路">
              <a:extLst>
                <a:ext uri="{FF2B5EF4-FFF2-40B4-BE49-F238E27FC236}">
                  <a16:creationId xmlns:a16="http://schemas.microsoft.com/office/drawing/2014/main" id="{E7AAC594-9045-4CB7-A293-19F55EFF047D}"/>
                </a:ext>
              </a:extLst>
            </p:cNvPr>
            <p:cNvSpPr/>
            <p:nvPr/>
          </p:nvSpPr>
          <p:spPr>
            <a:xfrm rot="10800000">
              <a:off x="8225" y="5877"/>
              <a:ext cx="5503" cy="999"/>
            </a:xfrm>
            <a:custGeom>
              <a:avLst/>
              <a:gdLst>
                <a:gd name="connsiteX0" fmla="*/ 1298103 w 3494311"/>
                <a:gd name="connsiteY0" fmla="*/ 317116 h 634231"/>
                <a:gd name="connsiteX1" fmla="*/ -2157883 w 3494311"/>
                <a:gd name="connsiteY1" fmla="*/ 604882 h 634231"/>
              </a:gdLst>
              <a:ahLst/>
              <a:cxnLst>
                <a:cxn ang="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3494311" h="634231" stroke="0">
                  <a:moveTo>
                    <a:pt x="3494311" y="0"/>
                  </a:moveTo>
                  <a:lnTo>
                    <a:pt x="2157744" y="0"/>
                  </a:lnTo>
                  <a:lnTo>
                    <a:pt x="0" y="575534"/>
                  </a:lnTo>
                  <a:lnTo>
                    <a:pt x="15850" y="634231"/>
                  </a:lnTo>
                  <a:lnTo>
                    <a:pt x="2165808" y="60800"/>
                  </a:lnTo>
                  <a:lnTo>
                    <a:pt x="3494311" y="60800"/>
                  </a:lnTo>
                  <a:lnTo>
                    <a:pt x="3494311" y="0"/>
                  </a:lnTo>
                  <a:close/>
                </a:path>
                <a:path w="3494311" h="634231" fill="none">
                  <a:moveTo>
                    <a:pt x="3494311" y="0"/>
                  </a:moveTo>
                  <a:lnTo>
                    <a:pt x="2157744" y="0"/>
                  </a:lnTo>
                  <a:lnTo>
                    <a:pt x="0" y="575534"/>
                  </a:lnTo>
                  <a:lnTo>
                    <a:pt x="15850" y="634231"/>
                  </a:lnTo>
                  <a:lnTo>
                    <a:pt x="2165808" y="60800"/>
                  </a:lnTo>
                  <a:lnTo>
                    <a:pt x="3494311" y="60800"/>
                  </a:lnTo>
                  <a:lnTo>
                    <a:pt x="3494311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直线线路">
              <a:extLst>
                <a:ext uri="{FF2B5EF4-FFF2-40B4-BE49-F238E27FC236}">
                  <a16:creationId xmlns:a16="http://schemas.microsoft.com/office/drawing/2014/main" id="{1285D48F-F560-9AA9-E68F-AA3D8EFB5EC3}"/>
                </a:ext>
              </a:extLst>
            </p:cNvPr>
            <p:cNvSpPr/>
            <p:nvPr/>
          </p:nvSpPr>
          <p:spPr>
            <a:xfrm rot="10800000">
              <a:off x="5782" y="6789"/>
              <a:ext cx="3006" cy="96"/>
            </a:xfrm>
            <a:custGeom>
              <a:avLst/>
              <a:gdLst>
                <a:gd name="connsiteX0" fmla="*/ 28724 w 1908787"/>
                <a:gd name="connsiteY0" fmla="*/ 28724 h 60800"/>
                <a:gd name="connsiteX1" fmla="*/ 1878387 w 1908787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1908787" h="60800" stroke="0">
                  <a:moveTo>
                    <a:pt x="0" y="0"/>
                  </a:moveTo>
                  <a:lnTo>
                    <a:pt x="1908787" y="0"/>
                  </a:lnTo>
                  <a:lnTo>
                    <a:pt x="190878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1908787" h="60800" fill="none">
                  <a:moveTo>
                    <a:pt x="0" y="0"/>
                  </a:moveTo>
                  <a:lnTo>
                    <a:pt x="1908787" y="0"/>
                  </a:lnTo>
                  <a:lnTo>
                    <a:pt x="1908787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带拐角线路">
              <a:extLst>
                <a:ext uri="{FF2B5EF4-FFF2-40B4-BE49-F238E27FC236}">
                  <a16:creationId xmlns:a16="http://schemas.microsoft.com/office/drawing/2014/main" id="{1FB271CC-D95E-184D-6550-8B692E39762E}"/>
                </a:ext>
              </a:extLst>
            </p:cNvPr>
            <p:cNvSpPr/>
            <p:nvPr/>
          </p:nvSpPr>
          <p:spPr>
            <a:xfrm rot="10800000">
              <a:off x="6538" y="6578"/>
              <a:ext cx="4675" cy="1150"/>
            </a:xfrm>
            <a:custGeom>
              <a:avLst/>
              <a:gdLst>
                <a:gd name="connsiteX0" fmla="*/ 2502110 w 2968875"/>
                <a:gd name="connsiteY0" fmla="*/ 365159 h 730318"/>
                <a:gd name="connsiteX1" fmla="*/ -409769 w 2968875"/>
                <a:gd name="connsiteY1" fmla="*/ 715592 h 730318"/>
              </a:gdLst>
              <a:ahLst/>
              <a:cxnLst>
                <a:cxn ang="16200000">
                  <a:pos x="connsiteX0" y="connsiteY0"/>
                </a:cxn>
                <a:cxn ang="5400000">
                  <a:pos x="connsiteX1" y="connsiteY1"/>
                </a:cxn>
              </a:cxnLst>
              <a:rect l="l" t="t" r="r" b="b"/>
              <a:pathLst>
                <a:path w="2968875" h="730318" stroke="0">
                  <a:moveTo>
                    <a:pt x="2968875" y="0"/>
                  </a:moveTo>
                  <a:lnTo>
                    <a:pt x="400531" y="0"/>
                  </a:lnTo>
                  <a:lnTo>
                    <a:pt x="0" y="700867"/>
                  </a:lnTo>
                  <a:lnTo>
                    <a:pt x="53191" y="730318"/>
                  </a:lnTo>
                  <a:lnTo>
                    <a:pt x="436365" y="60800"/>
                  </a:lnTo>
                  <a:lnTo>
                    <a:pt x="2968875" y="60800"/>
                  </a:lnTo>
                  <a:lnTo>
                    <a:pt x="2968875" y="0"/>
                  </a:lnTo>
                  <a:close/>
                </a:path>
                <a:path w="2968875" h="730318" fill="none">
                  <a:moveTo>
                    <a:pt x="2968875" y="0"/>
                  </a:moveTo>
                  <a:lnTo>
                    <a:pt x="400531" y="0"/>
                  </a:lnTo>
                  <a:lnTo>
                    <a:pt x="0" y="700867"/>
                  </a:lnTo>
                  <a:lnTo>
                    <a:pt x="53191" y="730318"/>
                  </a:lnTo>
                  <a:lnTo>
                    <a:pt x="436365" y="60800"/>
                  </a:lnTo>
                  <a:lnTo>
                    <a:pt x="2968875" y="60800"/>
                  </a:lnTo>
                  <a:lnTo>
                    <a:pt x="2968875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标签">
              <a:extLst>
                <a:ext uri="{FF2B5EF4-FFF2-40B4-BE49-F238E27FC236}">
                  <a16:creationId xmlns:a16="http://schemas.microsoft.com/office/drawing/2014/main" id="{82B0031B-56A6-4549-DB07-58B6D9ED47FD}"/>
                </a:ext>
              </a:extLst>
            </p:cNvPr>
            <p:cNvSpPr/>
            <p:nvPr/>
          </p:nvSpPr>
          <p:spPr>
            <a:xfrm>
              <a:off x="11957" y="4535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存1</a:t>
              </a:r>
            </a:p>
          </p:txBody>
        </p:sp>
        <p:sp>
          <p:nvSpPr>
            <p:cNvPr id="310" name="标签">
              <a:extLst>
                <a:ext uri="{FF2B5EF4-FFF2-40B4-BE49-F238E27FC236}">
                  <a16:creationId xmlns:a16="http://schemas.microsoft.com/office/drawing/2014/main" id="{D775472A-ECC3-E118-4898-BF5298F4FED4}"/>
                </a:ext>
              </a:extLst>
            </p:cNvPr>
            <p:cNvSpPr/>
            <p:nvPr/>
          </p:nvSpPr>
          <p:spPr>
            <a:xfrm>
              <a:off x="11957" y="354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存2</a:t>
              </a:r>
            </a:p>
          </p:txBody>
        </p:sp>
        <p:sp>
          <p:nvSpPr>
            <p:cNvPr id="311" name="标签">
              <a:extLst>
                <a:ext uri="{FF2B5EF4-FFF2-40B4-BE49-F238E27FC236}">
                  <a16:creationId xmlns:a16="http://schemas.microsoft.com/office/drawing/2014/main" id="{13B65BB8-F816-F458-409D-85B0EF6283AB}"/>
                </a:ext>
              </a:extLst>
            </p:cNvPr>
            <p:cNvSpPr/>
            <p:nvPr/>
          </p:nvSpPr>
          <p:spPr>
            <a:xfrm>
              <a:off x="11957" y="270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存3</a:t>
              </a:r>
            </a:p>
          </p:txBody>
        </p:sp>
        <p:sp>
          <p:nvSpPr>
            <p:cNvPr id="312" name="标签">
              <a:extLst>
                <a:ext uri="{FF2B5EF4-FFF2-40B4-BE49-F238E27FC236}">
                  <a16:creationId xmlns:a16="http://schemas.microsoft.com/office/drawing/2014/main" id="{FAD76387-C551-401E-7EF0-188E930362DC}"/>
                </a:ext>
              </a:extLst>
            </p:cNvPr>
            <p:cNvSpPr/>
            <p:nvPr/>
          </p:nvSpPr>
          <p:spPr>
            <a:xfrm>
              <a:off x="11943" y="1825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存4北</a:t>
              </a:r>
            </a:p>
          </p:txBody>
        </p:sp>
        <p:sp>
          <p:nvSpPr>
            <p:cNvPr id="313" name="标签">
              <a:extLst>
                <a:ext uri="{FF2B5EF4-FFF2-40B4-BE49-F238E27FC236}">
                  <a16:creationId xmlns:a16="http://schemas.microsoft.com/office/drawing/2014/main" id="{1D55A947-208B-359B-78F3-995C5F71E38C}"/>
                </a:ext>
              </a:extLst>
            </p:cNvPr>
            <p:cNvSpPr/>
            <p:nvPr/>
          </p:nvSpPr>
          <p:spPr>
            <a:xfrm>
              <a:off x="14444" y="840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存5北</a:t>
              </a:r>
            </a:p>
          </p:txBody>
        </p:sp>
        <p:sp>
          <p:nvSpPr>
            <p:cNvPr id="314" name="标签">
              <a:extLst>
                <a:ext uri="{FF2B5EF4-FFF2-40B4-BE49-F238E27FC236}">
                  <a16:creationId xmlns:a16="http://schemas.microsoft.com/office/drawing/2014/main" id="{131C8036-B717-ECAD-2C7D-3869D6FB2642}"/>
                </a:ext>
              </a:extLst>
            </p:cNvPr>
            <p:cNvSpPr/>
            <p:nvPr/>
          </p:nvSpPr>
          <p:spPr>
            <a:xfrm>
              <a:off x="8151" y="5281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机棚</a:t>
              </a:r>
            </a:p>
          </p:txBody>
        </p:sp>
        <p:sp>
          <p:nvSpPr>
            <p:cNvPr id="315" name="标签">
              <a:extLst>
                <a:ext uri="{FF2B5EF4-FFF2-40B4-BE49-F238E27FC236}">
                  <a16:creationId xmlns:a16="http://schemas.microsoft.com/office/drawing/2014/main" id="{E91ACE8C-DCE4-7243-1822-5F624043BC9B}"/>
                </a:ext>
              </a:extLst>
            </p:cNvPr>
            <p:cNvSpPr/>
            <p:nvPr/>
          </p:nvSpPr>
          <p:spPr>
            <a:xfrm>
              <a:off x="9651" y="7838"/>
              <a:ext cx="927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机库</a:t>
              </a:r>
            </a:p>
          </p:txBody>
        </p:sp>
        <p:sp>
          <p:nvSpPr>
            <p:cNvPr id="316" name="标签">
              <a:extLst>
                <a:ext uri="{FF2B5EF4-FFF2-40B4-BE49-F238E27FC236}">
                  <a16:creationId xmlns:a16="http://schemas.microsoft.com/office/drawing/2014/main" id="{287913F3-CC79-2EC3-F7C5-0340AAF4E2DF}"/>
                </a:ext>
              </a:extLst>
            </p:cNvPr>
            <p:cNvSpPr/>
            <p:nvPr/>
          </p:nvSpPr>
          <p:spPr>
            <a:xfrm>
              <a:off x="8195" y="6377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调棚</a:t>
              </a:r>
            </a:p>
          </p:txBody>
        </p:sp>
        <p:sp>
          <p:nvSpPr>
            <p:cNvPr id="317" name="标签">
              <a:extLst>
                <a:ext uri="{FF2B5EF4-FFF2-40B4-BE49-F238E27FC236}">
                  <a16:creationId xmlns:a16="http://schemas.microsoft.com/office/drawing/2014/main" id="{E8FB4552-194F-4FFE-83EC-802F57C4167C}"/>
                </a:ext>
              </a:extLst>
            </p:cNvPr>
            <p:cNvSpPr/>
            <p:nvPr/>
          </p:nvSpPr>
          <p:spPr>
            <a:xfrm rot="19800000">
              <a:off x="1710" y="921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油</a:t>
              </a:r>
            </a:p>
          </p:txBody>
        </p:sp>
        <p:sp>
          <p:nvSpPr>
            <p:cNvPr id="318" name="标签">
              <a:extLst>
                <a:ext uri="{FF2B5EF4-FFF2-40B4-BE49-F238E27FC236}">
                  <a16:creationId xmlns:a16="http://schemas.microsoft.com/office/drawing/2014/main" id="{17B2A85C-1D9C-1041-5110-1D568AEBFFC9}"/>
                </a:ext>
              </a:extLst>
            </p:cNvPr>
            <p:cNvSpPr/>
            <p:nvPr/>
          </p:nvSpPr>
          <p:spPr>
            <a:xfrm rot="20880000">
              <a:off x="2196" y="6964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洗北</a:t>
              </a:r>
            </a:p>
          </p:txBody>
        </p:sp>
        <p:sp>
          <p:nvSpPr>
            <p:cNvPr id="319" name="标签">
              <a:extLst>
                <a:ext uri="{FF2B5EF4-FFF2-40B4-BE49-F238E27FC236}">
                  <a16:creationId xmlns:a16="http://schemas.microsoft.com/office/drawing/2014/main" id="{8A3FC1BC-38AB-1EED-22AC-2A5CED110EDD}"/>
                </a:ext>
              </a:extLst>
            </p:cNvPr>
            <p:cNvSpPr/>
            <p:nvPr/>
          </p:nvSpPr>
          <p:spPr>
            <a:xfrm rot="18000000">
              <a:off x="398" y="4602"/>
              <a:ext cx="808" cy="406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抛</a:t>
              </a:r>
            </a:p>
          </p:txBody>
        </p:sp>
        <p:pic>
          <p:nvPicPr>
            <p:cNvPr id="325" name="图片 324">
              <a:extLst>
                <a:ext uri="{FF2B5EF4-FFF2-40B4-BE49-F238E27FC236}">
                  <a16:creationId xmlns:a16="http://schemas.microsoft.com/office/drawing/2014/main" id="{4C8BA676-1406-39D9-BB75-4087D424C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6200000">
              <a:off x="-4724" y="6931"/>
              <a:ext cx="177" cy="759"/>
            </a:xfrm>
            <a:prstGeom prst="rect">
              <a:avLst/>
            </a:prstGeom>
            <a:ln w="7600" cap="flat">
              <a:noFill/>
              <a:miter/>
            </a:ln>
          </p:spPr>
        </p:pic>
        <p:pic>
          <p:nvPicPr>
            <p:cNvPr id="326" name="图片 325">
              <a:extLst>
                <a:ext uri="{FF2B5EF4-FFF2-40B4-BE49-F238E27FC236}">
                  <a16:creationId xmlns:a16="http://schemas.microsoft.com/office/drawing/2014/main" id="{728D2DEE-43C4-4EA8-24F4-053D20BF5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-4683" y="3763"/>
              <a:ext cx="161" cy="693"/>
            </a:xfrm>
            <a:prstGeom prst="rect">
              <a:avLst/>
            </a:prstGeom>
            <a:ln w="7600" cap="flat">
              <a:noFill/>
              <a:miter/>
            </a:ln>
          </p:spPr>
        </p:pic>
        <p:sp>
          <p:nvSpPr>
            <p:cNvPr id="327" name="标签">
              <a:extLst>
                <a:ext uri="{FF2B5EF4-FFF2-40B4-BE49-F238E27FC236}">
                  <a16:creationId xmlns:a16="http://schemas.microsoft.com/office/drawing/2014/main" id="{5C8E8666-219E-DD41-0A23-D6D3E6980FE2}"/>
                </a:ext>
              </a:extLst>
            </p:cNvPr>
            <p:cNvSpPr/>
            <p:nvPr/>
          </p:nvSpPr>
          <p:spPr>
            <a:xfrm>
              <a:off x="6955" y="4362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预修</a:t>
              </a:r>
            </a:p>
          </p:txBody>
        </p:sp>
        <p:sp>
          <p:nvSpPr>
            <p:cNvPr id="328" name="Rectangle">
              <a:extLst>
                <a:ext uri="{FF2B5EF4-FFF2-40B4-BE49-F238E27FC236}">
                  <a16:creationId xmlns:a16="http://schemas.microsoft.com/office/drawing/2014/main" id="{8A4A96F0-CA72-B8B0-66ED-5D64F39EED96}"/>
                </a:ext>
              </a:extLst>
            </p:cNvPr>
            <p:cNvSpPr/>
            <p:nvPr/>
          </p:nvSpPr>
          <p:spPr>
            <a:xfrm rot="10800000">
              <a:off x="-6271" y="4312"/>
              <a:ext cx="1323" cy="2295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Rectangle">
              <a:extLst>
                <a:ext uri="{FF2B5EF4-FFF2-40B4-BE49-F238E27FC236}">
                  <a16:creationId xmlns:a16="http://schemas.microsoft.com/office/drawing/2014/main" id="{3677A4B5-5CF3-6E35-3E20-D577F803ACD2}"/>
                </a:ext>
              </a:extLst>
            </p:cNvPr>
            <p:cNvSpPr/>
            <p:nvPr/>
          </p:nvSpPr>
          <p:spPr>
            <a:xfrm rot="10800000">
              <a:off x="-10010" y="4191"/>
              <a:ext cx="3648" cy="2508"/>
            </a:xfrm>
            <a:custGeom>
              <a:avLst/>
              <a:gdLst>
                <a:gd name="connsiteX0" fmla="*/ 0 w 1346454"/>
                <a:gd name="connsiteY0" fmla="*/ 814424 h 1628847"/>
                <a:gd name="connsiteX1" fmla="*/ 673227 w 1346454"/>
                <a:gd name="connsiteY1" fmla="*/ 0 h 1628847"/>
                <a:gd name="connsiteX2" fmla="*/ 1346454 w 1346454"/>
                <a:gd name="connsiteY2" fmla="*/ 814424 h 1628847"/>
                <a:gd name="connsiteX3" fmla="*/ 673227 w 1346454"/>
                <a:gd name="connsiteY3" fmla="*/ 1628847 h 1628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346454" h="1628847" stroke="0">
                  <a:moveTo>
                    <a:pt x="0" y="0"/>
                  </a:moveTo>
                  <a:lnTo>
                    <a:pt x="1346454" y="0"/>
                  </a:lnTo>
                  <a:lnTo>
                    <a:pt x="1346454" y="1628847"/>
                  </a:lnTo>
                  <a:lnTo>
                    <a:pt x="0" y="1628847"/>
                  </a:lnTo>
                  <a:lnTo>
                    <a:pt x="0" y="0"/>
                  </a:lnTo>
                  <a:close/>
                </a:path>
                <a:path w="1346454" h="1628847" fill="none">
                  <a:moveTo>
                    <a:pt x="0" y="0"/>
                  </a:moveTo>
                  <a:lnTo>
                    <a:pt x="1346454" y="0"/>
                  </a:lnTo>
                  <a:lnTo>
                    <a:pt x="1346454" y="1628847"/>
                  </a:lnTo>
                  <a:lnTo>
                    <a:pt x="0" y="1628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Rectangle">
              <a:extLst>
                <a:ext uri="{FF2B5EF4-FFF2-40B4-BE49-F238E27FC236}">
                  <a16:creationId xmlns:a16="http://schemas.microsoft.com/office/drawing/2014/main" id="{D842E9B5-0323-AB7E-E772-B3E0733DF9DF}"/>
                </a:ext>
              </a:extLst>
            </p:cNvPr>
            <p:cNvSpPr/>
            <p:nvPr/>
          </p:nvSpPr>
          <p:spPr>
            <a:xfrm>
              <a:off x="-10106" y="5366"/>
              <a:ext cx="374" cy="644"/>
            </a:xfrm>
            <a:custGeom>
              <a:avLst/>
              <a:gdLst/>
              <a:ahLst/>
              <a:cxnLst/>
              <a:rect l="l" t="t" r="r" b="b"/>
              <a:pathLst>
                <a:path w="237214" h="408844" stroke="0">
                  <a:moveTo>
                    <a:pt x="0" y="0"/>
                  </a:moveTo>
                  <a:lnTo>
                    <a:pt x="237214" y="0"/>
                  </a:lnTo>
                  <a:lnTo>
                    <a:pt x="237214" y="408844"/>
                  </a:lnTo>
                  <a:lnTo>
                    <a:pt x="0" y="408844"/>
                  </a:lnTo>
                  <a:lnTo>
                    <a:pt x="0" y="0"/>
                  </a:lnTo>
                  <a:close/>
                </a:path>
                <a:path w="237214" h="408844" fill="none">
                  <a:moveTo>
                    <a:pt x="0" y="0"/>
                  </a:moveTo>
                  <a:lnTo>
                    <a:pt x="237214" y="0"/>
                  </a:lnTo>
                  <a:lnTo>
                    <a:pt x="237214" y="408844"/>
                  </a:lnTo>
                  <a:lnTo>
                    <a:pt x="0" y="40884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检修库</a:t>
              </a:r>
            </a:p>
          </p:txBody>
        </p:sp>
        <p:grpSp>
          <p:nvGrpSpPr>
            <p:cNvPr id="335" name="组合 334">
              <a:extLst>
                <a:ext uri="{FF2B5EF4-FFF2-40B4-BE49-F238E27FC236}">
                  <a16:creationId xmlns:a16="http://schemas.microsoft.com/office/drawing/2014/main" id="{7CA406B7-B625-4957-F5D6-9396B4A3AB07}"/>
                </a:ext>
              </a:extLst>
            </p:cNvPr>
            <p:cNvGrpSpPr/>
            <p:nvPr/>
          </p:nvGrpSpPr>
          <p:grpSpPr>
            <a:xfrm rot="10800000">
              <a:off x="9229" y="7443"/>
              <a:ext cx="164" cy="617"/>
              <a:chOff x="-1206843" y="4262496"/>
              <a:chExt cx="103827" cy="391659"/>
            </a:xfrm>
          </p:grpSpPr>
          <p:pic>
            <p:nvPicPr>
              <p:cNvPr id="336" name="图片 335">
                <a:extLst>
                  <a:ext uri="{FF2B5EF4-FFF2-40B4-BE49-F238E27FC236}">
                    <a16:creationId xmlns:a16="http://schemas.microsoft.com/office/drawing/2014/main" id="{474CC872-899B-C12D-FA66-5C9A7331B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4310397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337" name="图片 336">
                <a:extLst>
                  <a:ext uri="{FF2B5EF4-FFF2-40B4-BE49-F238E27FC236}">
                    <a16:creationId xmlns:a16="http://schemas.microsoft.com/office/drawing/2014/main" id="{3341C2C6-1948-D8D7-3803-588B654368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4502426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338" name="组合 337">
              <a:extLst>
                <a:ext uri="{FF2B5EF4-FFF2-40B4-BE49-F238E27FC236}">
                  <a16:creationId xmlns:a16="http://schemas.microsoft.com/office/drawing/2014/main" id="{B6A936EF-9471-D2B1-1642-A2DDD7038C25}"/>
                </a:ext>
              </a:extLst>
            </p:cNvPr>
            <p:cNvGrpSpPr/>
            <p:nvPr/>
          </p:nvGrpSpPr>
          <p:grpSpPr>
            <a:xfrm rot="10800000">
              <a:off x="9229" y="6577"/>
              <a:ext cx="164" cy="617"/>
              <a:chOff x="-1206843" y="4812107"/>
              <a:chExt cx="103827" cy="391659"/>
            </a:xfrm>
          </p:grpSpPr>
          <p:pic>
            <p:nvPicPr>
              <p:cNvPr id="339" name="图片 338">
                <a:extLst>
                  <a:ext uri="{FF2B5EF4-FFF2-40B4-BE49-F238E27FC236}">
                    <a16:creationId xmlns:a16="http://schemas.microsoft.com/office/drawing/2014/main" id="{148B9E1F-3932-A88E-2418-13AB7AF463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4860008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340" name="图片 339">
                <a:extLst>
                  <a:ext uri="{FF2B5EF4-FFF2-40B4-BE49-F238E27FC236}">
                    <a16:creationId xmlns:a16="http://schemas.microsoft.com/office/drawing/2014/main" id="{08601AB5-4E27-8365-F0FA-7FB51B3605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052038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341" name="组合 340">
              <a:extLst>
                <a:ext uri="{FF2B5EF4-FFF2-40B4-BE49-F238E27FC236}">
                  <a16:creationId xmlns:a16="http://schemas.microsoft.com/office/drawing/2014/main" id="{184D2D73-F088-4A93-0D48-DBCC52A3A473}"/>
                </a:ext>
              </a:extLst>
            </p:cNvPr>
            <p:cNvGrpSpPr/>
            <p:nvPr/>
          </p:nvGrpSpPr>
          <p:grpSpPr>
            <a:xfrm rot="10800000">
              <a:off x="9229" y="5579"/>
              <a:ext cx="164" cy="617"/>
              <a:chOff x="-1206843" y="5446133"/>
              <a:chExt cx="103827" cy="391659"/>
            </a:xfrm>
          </p:grpSpPr>
          <p:pic>
            <p:nvPicPr>
              <p:cNvPr id="342" name="图片 341">
                <a:extLst>
                  <a:ext uri="{FF2B5EF4-FFF2-40B4-BE49-F238E27FC236}">
                    <a16:creationId xmlns:a16="http://schemas.microsoft.com/office/drawing/2014/main" id="{EE7C0F7D-A96F-21B0-110F-D1EAF5092C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494035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343" name="图片 342">
                <a:extLst>
                  <a:ext uri="{FF2B5EF4-FFF2-40B4-BE49-F238E27FC236}">
                    <a16:creationId xmlns:a16="http://schemas.microsoft.com/office/drawing/2014/main" id="{9980D6DE-AA0A-CEB6-A128-690613260A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686064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pic>
          <p:nvPicPr>
            <p:cNvPr id="346" name="图片 345">
              <a:extLst>
                <a:ext uri="{FF2B5EF4-FFF2-40B4-BE49-F238E27FC236}">
                  <a16:creationId xmlns:a16="http://schemas.microsoft.com/office/drawing/2014/main" id="{A6EB7AB9-FE30-CCBD-6F4F-6B4B4BD50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6200000">
              <a:off x="6716" y="7618"/>
              <a:ext cx="314" cy="164"/>
            </a:xfrm>
            <a:prstGeom prst="rect">
              <a:avLst/>
            </a:prstGeom>
            <a:ln w="7600" cap="flat">
              <a:noFill/>
              <a:miter/>
            </a:ln>
          </p:spPr>
        </p:pic>
        <p:pic>
          <p:nvPicPr>
            <p:cNvPr id="349" name="图片 348">
              <a:extLst>
                <a:ext uri="{FF2B5EF4-FFF2-40B4-BE49-F238E27FC236}">
                  <a16:creationId xmlns:a16="http://schemas.microsoft.com/office/drawing/2014/main" id="{0C38EA71-4775-79F3-2CCD-D6984A30E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5300000">
              <a:off x="832" y="7763"/>
              <a:ext cx="314" cy="164"/>
            </a:xfrm>
            <a:prstGeom prst="rect">
              <a:avLst/>
            </a:prstGeom>
            <a:ln w="7600" cap="flat">
              <a:noFill/>
              <a:miter/>
            </a:ln>
          </p:spPr>
        </p:pic>
        <p:grpSp>
          <p:nvGrpSpPr>
            <p:cNvPr id="350" name="组合 349">
              <a:extLst>
                <a:ext uri="{FF2B5EF4-FFF2-40B4-BE49-F238E27FC236}">
                  <a16:creationId xmlns:a16="http://schemas.microsoft.com/office/drawing/2014/main" id="{12792198-C4FF-D66F-00D0-9C0E21C80812}"/>
                </a:ext>
              </a:extLst>
            </p:cNvPr>
            <p:cNvGrpSpPr/>
            <p:nvPr/>
          </p:nvGrpSpPr>
          <p:grpSpPr>
            <a:xfrm rot="10800000">
              <a:off x="5353" y="5521"/>
              <a:ext cx="164" cy="617"/>
              <a:chOff x="1254327" y="5482915"/>
              <a:chExt cx="103827" cy="391659"/>
            </a:xfrm>
          </p:grpSpPr>
          <p:pic>
            <p:nvPicPr>
              <p:cNvPr id="351" name="图片 350">
                <a:extLst>
                  <a:ext uri="{FF2B5EF4-FFF2-40B4-BE49-F238E27FC236}">
                    <a16:creationId xmlns:a16="http://schemas.microsoft.com/office/drawing/2014/main" id="{54B740A9-DDC5-986E-3FDE-AFEA610ADA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5530816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352" name="图片 351">
                <a:extLst>
                  <a:ext uri="{FF2B5EF4-FFF2-40B4-BE49-F238E27FC236}">
                    <a16:creationId xmlns:a16="http://schemas.microsoft.com/office/drawing/2014/main" id="{2F079042-725B-6545-405F-20E53B7AA8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5722845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365" name="组合 364">
              <a:extLst>
                <a:ext uri="{FF2B5EF4-FFF2-40B4-BE49-F238E27FC236}">
                  <a16:creationId xmlns:a16="http://schemas.microsoft.com/office/drawing/2014/main" id="{BD10285C-F4A4-6400-4B57-F0D903709668}"/>
                </a:ext>
              </a:extLst>
            </p:cNvPr>
            <p:cNvGrpSpPr/>
            <p:nvPr/>
          </p:nvGrpSpPr>
          <p:grpSpPr>
            <a:xfrm rot="10800000">
              <a:off x="9229" y="3790"/>
              <a:ext cx="164" cy="617"/>
              <a:chOff x="-1206843" y="6581734"/>
              <a:chExt cx="103827" cy="391659"/>
            </a:xfrm>
          </p:grpSpPr>
          <p:pic>
            <p:nvPicPr>
              <p:cNvPr id="366" name="图片 365">
                <a:extLst>
                  <a:ext uri="{FF2B5EF4-FFF2-40B4-BE49-F238E27FC236}">
                    <a16:creationId xmlns:a16="http://schemas.microsoft.com/office/drawing/2014/main" id="{F252382A-A5C1-BB15-BDDC-AAA551DF46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6629635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367" name="图片 366">
                <a:extLst>
                  <a:ext uri="{FF2B5EF4-FFF2-40B4-BE49-F238E27FC236}">
                    <a16:creationId xmlns:a16="http://schemas.microsoft.com/office/drawing/2014/main" id="{304DD15B-0E76-6B66-E009-29BDB1598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6821664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sp>
          <p:nvSpPr>
            <p:cNvPr id="381" name="Rectangle">
              <a:extLst>
                <a:ext uri="{FF2B5EF4-FFF2-40B4-BE49-F238E27FC236}">
                  <a16:creationId xmlns:a16="http://schemas.microsoft.com/office/drawing/2014/main" id="{0656BEE4-7DA9-0DE4-3E21-C97947A1FA99}"/>
                </a:ext>
              </a:extLst>
            </p:cNvPr>
            <p:cNvSpPr/>
            <p:nvPr/>
          </p:nvSpPr>
          <p:spPr>
            <a:xfrm>
              <a:off x="-2779" y="3851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L17</a:t>
              </a:r>
            </a:p>
          </p:txBody>
        </p:sp>
        <p:sp>
          <p:nvSpPr>
            <p:cNvPr id="382" name="Rectangle">
              <a:extLst>
                <a:ext uri="{FF2B5EF4-FFF2-40B4-BE49-F238E27FC236}">
                  <a16:creationId xmlns:a16="http://schemas.microsoft.com/office/drawing/2014/main" id="{4ED5286E-84AD-5FB1-D2DC-767EE632B2AD}"/>
                </a:ext>
              </a:extLst>
            </p:cNvPr>
            <p:cNvSpPr/>
            <p:nvPr/>
          </p:nvSpPr>
          <p:spPr>
            <a:xfrm>
              <a:off x="-3951" y="4088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L18</a:t>
              </a:r>
            </a:p>
          </p:txBody>
        </p:sp>
        <p:sp>
          <p:nvSpPr>
            <p:cNvPr id="383" name="Rectangle">
              <a:extLst>
                <a:ext uri="{FF2B5EF4-FFF2-40B4-BE49-F238E27FC236}">
                  <a16:creationId xmlns:a16="http://schemas.microsoft.com/office/drawing/2014/main" id="{3A0E16DD-B4DE-9352-C3C4-B1F5483F0C33}"/>
                </a:ext>
              </a:extLst>
            </p:cNvPr>
            <p:cNvSpPr/>
            <p:nvPr/>
          </p:nvSpPr>
          <p:spPr>
            <a:xfrm>
              <a:off x="-2906" y="6325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L19</a:t>
              </a:r>
            </a:p>
          </p:txBody>
        </p:sp>
        <p:sp>
          <p:nvSpPr>
            <p:cNvPr id="384" name="Rectangle">
              <a:extLst>
                <a:ext uri="{FF2B5EF4-FFF2-40B4-BE49-F238E27FC236}">
                  <a16:creationId xmlns:a16="http://schemas.microsoft.com/office/drawing/2014/main" id="{90164BDD-869D-AFB1-9DD9-E0E9EE4E88A7}"/>
                </a:ext>
              </a:extLst>
            </p:cNvPr>
            <p:cNvSpPr/>
            <p:nvPr/>
          </p:nvSpPr>
          <p:spPr>
            <a:xfrm>
              <a:off x="-1641" y="4088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L16</a:t>
              </a:r>
            </a:p>
          </p:txBody>
        </p:sp>
        <p:sp>
          <p:nvSpPr>
            <p:cNvPr id="385" name="Rectangle">
              <a:extLst>
                <a:ext uri="{FF2B5EF4-FFF2-40B4-BE49-F238E27FC236}">
                  <a16:creationId xmlns:a16="http://schemas.microsoft.com/office/drawing/2014/main" id="{DBCB514E-F68A-C840-F111-48A3765BD8B3}"/>
                </a:ext>
              </a:extLst>
            </p:cNvPr>
            <p:cNvSpPr/>
            <p:nvPr/>
          </p:nvSpPr>
          <p:spPr>
            <a:xfrm>
              <a:off x="1127" y="3981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L15</a:t>
              </a:r>
            </a:p>
          </p:txBody>
        </p:sp>
        <p:sp>
          <p:nvSpPr>
            <p:cNvPr id="386" name="Rectangle">
              <a:extLst>
                <a:ext uri="{FF2B5EF4-FFF2-40B4-BE49-F238E27FC236}">
                  <a16:creationId xmlns:a16="http://schemas.microsoft.com/office/drawing/2014/main" id="{EC58A993-4AF3-B143-949E-7993822009CB}"/>
                </a:ext>
              </a:extLst>
            </p:cNvPr>
            <p:cNvSpPr/>
            <p:nvPr/>
          </p:nvSpPr>
          <p:spPr>
            <a:xfrm>
              <a:off x="1940" y="4029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L14</a:t>
              </a:r>
            </a:p>
          </p:txBody>
        </p:sp>
        <p:sp>
          <p:nvSpPr>
            <p:cNvPr id="387" name="Rectangle">
              <a:extLst>
                <a:ext uri="{FF2B5EF4-FFF2-40B4-BE49-F238E27FC236}">
                  <a16:creationId xmlns:a16="http://schemas.microsoft.com/office/drawing/2014/main" id="{8C69F2EA-698C-0A8E-F0AB-DB18A9354A3E}"/>
                </a:ext>
              </a:extLst>
            </p:cNvPr>
            <p:cNvSpPr/>
            <p:nvPr/>
          </p:nvSpPr>
          <p:spPr>
            <a:xfrm>
              <a:off x="3811" y="3671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L13</a:t>
              </a:r>
            </a:p>
          </p:txBody>
        </p:sp>
        <p:sp>
          <p:nvSpPr>
            <p:cNvPr id="388" name="Rectangle">
              <a:extLst>
                <a:ext uri="{FF2B5EF4-FFF2-40B4-BE49-F238E27FC236}">
                  <a16:creationId xmlns:a16="http://schemas.microsoft.com/office/drawing/2014/main" id="{3E8C86B6-55D9-B560-C685-AB1AAE84D4A4}"/>
                </a:ext>
              </a:extLst>
            </p:cNvPr>
            <p:cNvSpPr/>
            <p:nvPr/>
          </p:nvSpPr>
          <p:spPr>
            <a:xfrm>
              <a:off x="4556" y="2897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L12</a:t>
              </a:r>
            </a:p>
          </p:txBody>
        </p:sp>
        <p:sp>
          <p:nvSpPr>
            <p:cNvPr id="389" name="Rectangle">
              <a:extLst>
                <a:ext uri="{FF2B5EF4-FFF2-40B4-BE49-F238E27FC236}">
                  <a16:creationId xmlns:a16="http://schemas.microsoft.com/office/drawing/2014/main" id="{1997E8CC-0E26-6E28-AAAF-4DCF1725A9FB}"/>
                </a:ext>
              </a:extLst>
            </p:cNvPr>
            <p:cNvSpPr/>
            <p:nvPr/>
          </p:nvSpPr>
          <p:spPr>
            <a:xfrm>
              <a:off x="7718" y="2313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Z4</a:t>
              </a:r>
            </a:p>
          </p:txBody>
        </p:sp>
        <p:sp>
          <p:nvSpPr>
            <p:cNvPr id="390" name="Rectangle">
              <a:extLst>
                <a:ext uri="{FF2B5EF4-FFF2-40B4-BE49-F238E27FC236}">
                  <a16:creationId xmlns:a16="http://schemas.microsoft.com/office/drawing/2014/main" id="{011B2515-5FB7-012F-2D58-D51F40FB451E}"/>
                </a:ext>
              </a:extLst>
            </p:cNvPr>
            <p:cNvSpPr/>
            <p:nvPr/>
          </p:nvSpPr>
          <p:spPr>
            <a:xfrm>
              <a:off x="9743" y="3981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Z3</a:t>
              </a:r>
            </a:p>
          </p:txBody>
        </p:sp>
        <p:sp>
          <p:nvSpPr>
            <p:cNvPr id="391" name="Rectangle">
              <a:extLst>
                <a:ext uri="{FF2B5EF4-FFF2-40B4-BE49-F238E27FC236}">
                  <a16:creationId xmlns:a16="http://schemas.microsoft.com/office/drawing/2014/main" id="{A02FE337-3B9F-77BC-D0B5-9904E5591C3D}"/>
                </a:ext>
              </a:extLst>
            </p:cNvPr>
            <p:cNvSpPr/>
            <p:nvPr/>
          </p:nvSpPr>
          <p:spPr>
            <a:xfrm>
              <a:off x="10422" y="4882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Z2</a:t>
              </a:r>
            </a:p>
          </p:txBody>
        </p:sp>
        <p:sp>
          <p:nvSpPr>
            <p:cNvPr id="392" name="Rectangle">
              <a:extLst>
                <a:ext uri="{FF2B5EF4-FFF2-40B4-BE49-F238E27FC236}">
                  <a16:creationId xmlns:a16="http://schemas.microsoft.com/office/drawing/2014/main" id="{3BECC3C1-B5BC-B035-011C-B42AA19D16B8}"/>
                </a:ext>
              </a:extLst>
            </p:cNvPr>
            <p:cNvSpPr/>
            <p:nvPr/>
          </p:nvSpPr>
          <p:spPr>
            <a:xfrm>
              <a:off x="11362" y="5625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Z1</a:t>
              </a:r>
            </a:p>
          </p:txBody>
        </p:sp>
        <p:sp>
          <p:nvSpPr>
            <p:cNvPr id="393" name="Rectangle">
              <a:extLst>
                <a:ext uri="{FF2B5EF4-FFF2-40B4-BE49-F238E27FC236}">
                  <a16:creationId xmlns:a16="http://schemas.microsoft.com/office/drawing/2014/main" id="{9E266842-D4D1-BB38-D021-6B95C0C4CE35}"/>
                </a:ext>
              </a:extLst>
            </p:cNvPr>
            <p:cNvSpPr/>
            <p:nvPr/>
          </p:nvSpPr>
          <p:spPr>
            <a:xfrm>
              <a:off x="6181" y="5958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L8</a:t>
              </a:r>
            </a:p>
          </p:txBody>
        </p:sp>
        <p:sp>
          <p:nvSpPr>
            <p:cNvPr id="394" name="Rectangle">
              <a:extLst>
                <a:ext uri="{FF2B5EF4-FFF2-40B4-BE49-F238E27FC236}">
                  <a16:creationId xmlns:a16="http://schemas.microsoft.com/office/drawing/2014/main" id="{6B7630DF-2A1E-1049-FAF0-FC77E93B04F4}"/>
                </a:ext>
              </a:extLst>
            </p:cNvPr>
            <p:cNvSpPr/>
            <p:nvPr/>
          </p:nvSpPr>
          <p:spPr>
            <a:xfrm>
              <a:off x="3855" y="6885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L9</a:t>
              </a:r>
            </a:p>
          </p:txBody>
        </p:sp>
        <p:sp>
          <p:nvSpPr>
            <p:cNvPr id="395" name="Rectangle">
              <a:extLst>
                <a:ext uri="{FF2B5EF4-FFF2-40B4-BE49-F238E27FC236}">
                  <a16:creationId xmlns:a16="http://schemas.microsoft.com/office/drawing/2014/main" id="{B9A20059-6805-982C-3DD4-4A0E23DF788A}"/>
                </a:ext>
              </a:extLst>
            </p:cNvPr>
            <p:cNvSpPr/>
            <p:nvPr/>
          </p:nvSpPr>
          <p:spPr>
            <a:xfrm>
              <a:off x="11140" y="6464"/>
              <a:ext cx="297" cy="324"/>
            </a:xfrm>
            <a:custGeom>
              <a:avLst/>
              <a:gdLst/>
              <a:ahLst/>
              <a:cxnLst/>
              <a:rect l="l" t="t" r="r" b="b"/>
              <a:pathLst>
                <a:path w="188685" h="205739" stroke="0">
                  <a:moveTo>
                    <a:pt x="0" y="0"/>
                  </a:moveTo>
                  <a:lnTo>
                    <a:pt x="188685" y="0"/>
                  </a:lnTo>
                  <a:lnTo>
                    <a:pt x="188685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188685" h="205739" fill="none">
                  <a:moveTo>
                    <a:pt x="0" y="0"/>
                  </a:moveTo>
                  <a:lnTo>
                    <a:pt x="188685" y="0"/>
                  </a:lnTo>
                  <a:lnTo>
                    <a:pt x="188685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L7</a:t>
              </a:r>
            </a:p>
          </p:txBody>
        </p:sp>
        <p:sp>
          <p:nvSpPr>
            <p:cNvPr id="396" name="Rectangle">
              <a:extLst>
                <a:ext uri="{FF2B5EF4-FFF2-40B4-BE49-F238E27FC236}">
                  <a16:creationId xmlns:a16="http://schemas.microsoft.com/office/drawing/2014/main" id="{8F194B1A-D1D1-C7FA-F0F8-A4229E853A65}"/>
                </a:ext>
              </a:extLst>
            </p:cNvPr>
            <p:cNvSpPr/>
            <p:nvPr/>
          </p:nvSpPr>
          <p:spPr>
            <a:xfrm>
              <a:off x="13532" y="5958"/>
              <a:ext cx="361" cy="324"/>
            </a:xfrm>
            <a:custGeom>
              <a:avLst/>
              <a:gdLst/>
              <a:ahLst/>
              <a:cxnLst/>
              <a:rect l="l" t="t" r="r" b="b"/>
              <a:pathLst>
                <a:path w="229107" h="205739" stroke="0">
                  <a:moveTo>
                    <a:pt x="0" y="0"/>
                  </a:moveTo>
                  <a:lnTo>
                    <a:pt x="229107" y="0"/>
                  </a:lnTo>
                  <a:lnTo>
                    <a:pt x="229107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29107" h="205739" fill="none">
                  <a:moveTo>
                    <a:pt x="0" y="0"/>
                  </a:moveTo>
                  <a:lnTo>
                    <a:pt x="229107" y="0"/>
                  </a:lnTo>
                  <a:lnTo>
                    <a:pt x="229107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L6</a:t>
              </a:r>
            </a:p>
          </p:txBody>
        </p:sp>
        <p:sp>
          <p:nvSpPr>
            <p:cNvPr id="397" name="Rectangle">
              <a:extLst>
                <a:ext uri="{FF2B5EF4-FFF2-40B4-BE49-F238E27FC236}">
                  <a16:creationId xmlns:a16="http://schemas.microsoft.com/office/drawing/2014/main" id="{DAB7D897-C974-1ED9-2CD5-19E08EB6DD32}"/>
                </a:ext>
              </a:extLst>
            </p:cNvPr>
            <p:cNvSpPr/>
            <p:nvPr/>
          </p:nvSpPr>
          <p:spPr>
            <a:xfrm>
              <a:off x="15406" y="5055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L5</a:t>
              </a:r>
            </a:p>
          </p:txBody>
        </p:sp>
        <p:sp>
          <p:nvSpPr>
            <p:cNvPr id="399" name="Rectangle">
              <a:extLst>
                <a:ext uri="{FF2B5EF4-FFF2-40B4-BE49-F238E27FC236}">
                  <a16:creationId xmlns:a16="http://schemas.microsoft.com/office/drawing/2014/main" id="{95C05BDF-98AF-BA75-ED77-436A4E86B0D5}"/>
                </a:ext>
              </a:extLst>
            </p:cNvPr>
            <p:cNvSpPr/>
            <p:nvPr/>
          </p:nvSpPr>
          <p:spPr>
            <a:xfrm>
              <a:off x="16090" y="3232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L4</a:t>
              </a:r>
            </a:p>
          </p:txBody>
        </p:sp>
        <p:sp>
          <p:nvSpPr>
            <p:cNvPr id="400" name="Rectangle">
              <a:extLst>
                <a:ext uri="{FF2B5EF4-FFF2-40B4-BE49-F238E27FC236}">
                  <a16:creationId xmlns:a16="http://schemas.microsoft.com/office/drawing/2014/main" id="{AE53F591-7788-8921-F979-A37B835FC4E2}"/>
                </a:ext>
              </a:extLst>
            </p:cNvPr>
            <p:cNvSpPr/>
            <p:nvPr/>
          </p:nvSpPr>
          <p:spPr>
            <a:xfrm>
              <a:off x="17355" y="1963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L2</a:t>
              </a:r>
            </a:p>
          </p:txBody>
        </p:sp>
        <p:sp>
          <p:nvSpPr>
            <p:cNvPr id="401" name="Rectangle">
              <a:extLst>
                <a:ext uri="{FF2B5EF4-FFF2-40B4-BE49-F238E27FC236}">
                  <a16:creationId xmlns:a16="http://schemas.microsoft.com/office/drawing/2014/main" id="{BA00CCD6-7C01-1D43-8E59-75A8157C4373}"/>
                </a:ext>
              </a:extLst>
            </p:cNvPr>
            <p:cNvSpPr/>
            <p:nvPr/>
          </p:nvSpPr>
          <p:spPr>
            <a:xfrm>
              <a:off x="18635" y="2313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L1</a:t>
              </a:r>
            </a:p>
          </p:txBody>
        </p:sp>
        <p:sp>
          <p:nvSpPr>
            <p:cNvPr id="402" name="Rectangle">
              <a:extLst>
                <a:ext uri="{FF2B5EF4-FFF2-40B4-BE49-F238E27FC236}">
                  <a16:creationId xmlns:a16="http://schemas.microsoft.com/office/drawing/2014/main" id="{40F52D11-EB3A-6610-48EF-07E5BA947AA2}"/>
                </a:ext>
              </a:extLst>
            </p:cNvPr>
            <p:cNvSpPr/>
            <p:nvPr/>
          </p:nvSpPr>
          <p:spPr>
            <a:xfrm>
              <a:off x="17900" y="3191"/>
              <a:ext cx="410" cy="324"/>
            </a:xfrm>
            <a:custGeom>
              <a:avLst/>
              <a:gdLst/>
              <a:ahLst/>
              <a:cxnLst/>
              <a:rect l="l" t="t" r="r" b="b"/>
              <a:pathLst>
                <a:path w="260496" h="205739" stroke="0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260496" h="205739" fill="none">
                  <a:moveTo>
                    <a:pt x="0" y="0"/>
                  </a:moveTo>
                  <a:lnTo>
                    <a:pt x="260496" y="0"/>
                  </a:lnTo>
                  <a:lnTo>
                    <a:pt x="260496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L3</a:t>
              </a:r>
            </a:p>
          </p:txBody>
        </p:sp>
        <p:sp>
          <p:nvSpPr>
            <p:cNvPr id="404" name="直线线路">
              <a:extLst>
                <a:ext uri="{FF2B5EF4-FFF2-40B4-BE49-F238E27FC236}">
                  <a16:creationId xmlns:a16="http://schemas.microsoft.com/office/drawing/2014/main" id="{83103260-3F38-0CF6-05C5-86C9BA852161}"/>
                </a:ext>
              </a:extLst>
            </p:cNvPr>
            <p:cNvSpPr/>
            <p:nvPr/>
          </p:nvSpPr>
          <p:spPr>
            <a:xfrm rot="9000000">
              <a:off x="-815" y="7756"/>
              <a:ext cx="7658" cy="132"/>
            </a:xfrm>
            <a:custGeom>
              <a:avLst/>
              <a:gdLst>
                <a:gd name="connsiteX0" fmla="*/ 28724 w 5165080"/>
                <a:gd name="connsiteY0" fmla="*/ 28724 h 60800"/>
                <a:gd name="connsiteX1" fmla="*/ 5134680 w 5165080"/>
                <a:gd name="connsiteY1" fmla="*/ 28724 h 608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</a:cxnLst>
              <a:rect l="l" t="t" r="r" b="b"/>
              <a:pathLst>
                <a:path w="5165080" h="60800" stroke="0">
                  <a:moveTo>
                    <a:pt x="0" y="0"/>
                  </a:moveTo>
                  <a:lnTo>
                    <a:pt x="5165080" y="0"/>
                  </a:lnTo>
                  <a:lnTo>
                    <a:pt x="516508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  <a:path w="5165080" h="60800" fill="none">
                  <a:moveTo>
                    <a:pt x="0" y="0"/>
                  </a:moveTo>
                  <a:lnTo>
                    <a:pt x="5165080" y="0"/>
                  </a:lnTo>
                  <a:lnTo>
                    <a:pt x="5165080" y="60800"/>
                  </a:lnTo>
                  <a:lnTo>
                    <a:pt x="0" y="6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C9C"/>
            </a:solidFill>
            <a:ln w="7600" cap="flat">
              <a:solidFill>
                <a:srgbClr val="B39C9C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05" name="组合 404">
              <a:extLst>
                <a:ext uri="{FF2B5EF4-FFF2-40B4-BE49-F238E27FC236}">
                  <a16:creationId xmlns:a16="http://schemas.microsoft.com/office/drawing/2014/main" id="{81B2E55B-7ACD-D43C-F8AC-63CD4D1CF26B}"/>
                </a:ext>
              </a:extLst>
            </p:cNvPr>
            <p:cNvGrpSpPr/>
            <p:nvPr/>
          </p:nvGrpSpPr>
          <p:grpSpPr>
            <a:xfrm rot="10800000">
              <a:off x="5353" y="4916"/>
              <a:ext cx="164" cy="617"/>
              <a:chOff x="1254327" y="5866974"/>
              <a:chExt cx="103827" cy="391659"/>
            </a:xfrm>
          </p:grpSpPr>
          <p:pic>
            <p:nvPicPr>
              <p:cNvPr id="406" name="图片 405">
                <a:extLst>
                  <a:ext uri="{FF2B5EF4-FFF2-40B4-BE49-F238E27FC236}">
                    <a16:creationId xmlns:a16="http://schemas.microsoft.com/office/drawing/2014/main" id="{6E57F944-F686-8165-689B-828EC3AF7F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5914875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07" name="图片 406">
                <a:extLst>
                  <a:ext uri="{FF2B5EF4-FFF2-40B4-BE49-F238E27FC236}">
                    <a16:creationId xmlns:a16="http://schemas.microsoft.com/office/drawing/2014/main" id="{7A14897E-4909-68C6-8035-0763C4B005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6106904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08" name="组合 407">
              <a:extLst>
                <a:ext uri="{FF2B5EF4-FFF2-40B4-BE49-F238E27FC236}">
                  <a16:creationId xmlns:a16="http://schemas.microsoft.com/office/drawing/2014/main" id="{A42C431A-4830-41A1-E6FA-64D9FE799914}"/>
                </a:ext>
              </a:extLst>
            </p:cNvPr>
            <p:cNvGrpSpPr/>
            <p:nvPr/>
          </p:nvGrpSpPr>
          <p:grpSpPr>
            <a:xfrm rot="10800000">
              <a:off x="5353" y="4337"/>
              <a:ext cx="164" cy="617"/>
              <a:chOff x="1254327" y="6234532"/>
              <a:chExt cx="103827" cy="391659"/>
            </a:xfrm>
          </p:grpSpPr>
          <p:pic>
            <p:nvPicPr>
              <p:cNvPr id="409" name="图片 408">
                <a:extLst>
                  <a:ext uri="{FF2B5EF4-FFF2-40B4-BE49-F238E27FC236}">
                    <a16:creationId xmlns:a16="http://schemas.microsoft.com/office/drawing/2014/main" id="{98B1D9FA-5658-BC64-158A-A5FC9F4354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6282434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10" name="图片 409">
                <a:extLst>
                  <a:ext uri="{FF2B5EF4-FFF2-40B4-BE49-F238E27FC236}">
                    <a16:creationId xmlns:a16="http://schemas.microsoft.com/office/drawing/2014/main" id="{771283D3-7E90-298B-D416-B6AE7FCF14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6474463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11" name="组合 410">
              <a:extLst>
                <a:ext uri="{FF2B5EF4-FFF2-40B4-BE49-F238E27FC236}">
                  <a16:creationId xmlns:a16="http://schemas.microsoft.com/office/drawing/2014/main" id="{4D92D96D-DCAB-2695-7D53-25E6BBC1DC70}"/>
                </a:ext>
              </a:extLst>
            </p:cNvPr>
            <p:cNvGrpSpPr/>
            <p:nvPr/>
          </p:nvGrpSpPr>
          <p:grpSpPr>
            <a:xfrm rot="10800000">
              <a:off x="5353" y="3767"/>
              <a:ext cx="164" cy="617"/>
              <a:chOff x="1254327" y="6596451"/>
              <a:chExt cx="103827" cy="391659"/>
            </a:xfrm>
          </p:grpSpPr>
          <p:pic>
            <p:nvPicPr>
              <p:cNvPr id="412" name="图片 411">
                <a:extLst>
                  <a:ext uri="{FF2B5EF4-FFF2-40B4-BE49-F238E27FC236}">
                    <a16:creationId xmlns:a16="http://schemas.microsoft.com/office/drawing/2014/main" id="{C0FDA77F-F107-575D-1F02-F08FF520A8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6644353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13" name="图片 412">
                <a:extLst>
                  <a:ext uri="{FF2B5EF4-FFF2-40B4-BE49-F238E27FC236}">
                    <a16:creationId xmlns:a16="http://schemas.microsoft.com/office/drawing/2014/main" id="{DF457290-89C8-DB9B-E2D3-3C75CABA95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6836382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14" name="组合 413">
              <a:extLst>
                <a:ext uri="{FF2B5EF4-FFF2-40B4-BE49-F238E27FC236}">
                  <a16:creationId xmlns:a16="http://schemas.microsoft.com/office/drawing/2014/main" id="{C078E14D-E259-741A-FF9B-DC6EE451C50D}"/>
                </a:ext>
              </a:extLst>
            </p:cNvPr>
            <p:cNvGrpSpPr/>
            <p:nvPr/>
          </p:nvGrpSpPr>
          <p:grpSpPr>
            <a:xfrm rot="10800000">
              <a:off x="5353" y="6126"/>
              <a:ext cx="164" cy="617"/>
              <a:chOff x="1254327" y="5098856"/>
              <a:chExt cx="103827" cy="391659"/>
            </a:xfrm>
          </p:grpSpPr>
          <p:pic>
            <p:nvPicPr>
              <p:cNvPr id="415" name="图片 414">
                <a:extLst>
                  <a:ext uri="{FF2B5EF4-FFF2-40B4-BE49-F238E27FC236}">
                    <a16:creationId xmlns:a16="http://schemas.microsoft.com/office/drawing/2014/main" id="{73FA80E6-7D55-40B1-82D3-859371A96C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5146757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16" name="图片 415">
                <a:extLst>
                  <a:ext uri="{FF2B5EF4-FFF2-40B4-BE49-F238E27FC236}">
                    <a16:creationId xmlns:a16="http://schemas.microsoft.com/office/drawing/2014/main" id="{023A31E7-3785-7FF6-95B3-FED062BCD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1206426" y="5338786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sp>
          <p:nvSpPr>
            <p:cNvPr id="417" name="Rectangle">
              <a:extLst>
                <a:ext uri="{FF2B5EF4-FFF2-40B4-BE49-F238E27FC236}">
                  <a16:creationId xmlns:a16="http://schemas.microsoft.com/office/drawing/2014/main" id="{1C6B84B3-5575-4188-6C5F-32D04A89C5D6}"/>
                </a:ext>
              </a:extLst>
            </p:cNvPr>
            <p:cNvSpPr/>
            <p:nvPr/>
          </p:nvSpPr>
          <p:spPr>
            <a:xfrm rot="20760000">
              <a:off x="-1047" y="7863"/>
              <a:ext cx="1337" cy="468"/>
            </a:xfrm>
            <a:custGeom>
              <a:avLst/>
              <a:gdLst>
                <a:gd name="connsiteX0" fmla="*/ 0 w 935267"/>
                <a:gd name="connsiteY0" fmla="*/ 153947 h 307895"/>
                <a:gd name="connsiteX1" fmla="*/ 467634 w 935267"/>
                <a:gd name="connsiteY1" fmla="*/ 0 h 307895"/>
                <a:gd name="connsiteX2" fmla="*/ 935267 w 935267"/>
                <a:gd name="connsiteY2" fmla="*/ 153947 h 307895"/>
                <a:gd name="connsiteX3" fmla="*/ 467634 w 935267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935267" h="307895" stroke="0">
                  <a:moveTo>
                    <a:pt x="0" y="0"/>
                  </a:moveTo>
                  <a:lnTo>
                    <a:pt x="935267" y="0"/>
                  </a:lnTo>
                  <a:lnTo>
                    <a:pt x="935267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935267" h="307895" fill="none">
                  <a:moveTo>
                    <a:pt x="0" y="0"/>
                  </a:moveTo>
                  <a:lnTo>
                    <a:pt x="935267" y="0"/>
                  </a:lnTo>
                  <a:lnTo>
                    <a:pt x="935267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Rectangle">
              <a:extLst>
                <a:ext uri="{FF2B5EF4-FFF2-40B4-BE49-F238E27FC236}">
                  <a16:creationId xmlns:a16="http://schemas.microsoft.com/office/drawing/2014/main" id="{132E0E60-65DB-E143-E725-B908129EE32D}"/>
                </a:ext>
              </a:extLst>
            </p:cNvPr>
            <p:cNvSpPr/>
            <p:nvPr/>
          </p:nvSpPr>
          <p:spPr>
            <a:xfrm rot="9000000">
              <a:off x="-387" y="9130"/>
              <a:ext cx="1473" cy="485"/>
            </a:xfrm>
            <a:custGeom>
              <a:avLst/>
              <a:gdLst>
                <a:gd name="connsiteX0" fmla="*/ 0 w 935264"/>
                <a:gd name="connsiteY0" fmla="*/ 153948 h 307895"/>
                <a:gd name="connsiteX1" fmla="*/ 467632 w 935264"/>
                <a:gd name="connsiteY1" fmla="*/ 0 h 307895"/>
                <a:gd name="connsiteX2" fmla="*/ 935264 w 935264"/>
                <a:gd name="connsiteY2" fmla="*/ 153948 h 307895"/>
                <a:gd name="connsiteX3" fmla="*/ 467632 w 935264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935264" h="307895" stroke="0">
                  <a:moveTo>
                    <a:pt x="0" y="0"/>
                  </a:moveTo>
                  <a:lnTo>
                    <a:pt x="935264" y="0"/>
                  </a:lnTo>
                  <a:lnTo>
                    <a:pt x="935264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935264" h="307895" fill="none">
                  <a:moveTo>
                    <a:pt x="0" y="0"/>
                  </a:moveTo>
                  <a:lnTo>
                    <a:pt x="935264" y="0"/>
                  </a:lnTo>
                  <a:lnTo>
                    <a:pt x="935264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48" name="图片 347">
              <a:extLst>
                <a:ext uri="{FF2B5EF4-FFF2-40B4-BE49-F238E27FC236}">
                  <a16:creationId xmlns:a16="http://schemas.microsoft.com/office/drawing/2014/main" id="{CC99D5CD-79F3-83DC-2671-ED34682C1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4400000">
              <a:off x="2777" y="7801"/>
              <a:ext cx="314" cy="164"/>
            </a:xfrm>
            <a:prstGeom prst="rect">
              <a:avLst/>
            </a:prstGeom>
            <a:ln w="7600" cap="flat">
              <a:noFill/>
              <a:miter/>
            </a:ln>
          </p:spPr>
        </p:pic>
        <p:pic>
          <p:nvPicPr>
            <p:cNvPr id="421" name="图片 420">
              <a:extLst>
                <a:ext uri="{FF2B5EF4-FFF2-40B4-BE49-F238E27FC236}">
                  <a16:creationId xmlns:a16="http://schemas.microsoft.com/office/drawing/2014/main" id="{91AB4B95-BB09-159C-1742-E2D2A739F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4400000">
              <a:off x="939" y="8873"/>
              <a:ext cx="314" cy="164"/>
            </a:xfrm>
            <a:prstGeom prst="rect">
              <a:avLst/>
            </a:prstGeom>
            <a:ln w="7600" cap="flat">
              <a:noFill/>
              <a:miter/>
            </a:ln>
          </p:spPr>
        </p:pic>
        <p:grpSp>
          <p:nvGrpSpPr>
            <p:cNvPr id="422" name="组合 421">
              <a:extLst>
                <a:ext uri="{FF2B5EF4-FFF2-40B4-BE49-F238E27FC236}">
                  <a16:creationId xmlns:a16="http://schemas.microsoft.com/office/drawing/2014/main" id="{2CBCCC3B-B56B-CF0C-A148-0DE49D908260}"/>
                </a:ext>
              </a:extLst>
            </p:cNvPr>
            <p:cNvGrpSpPr/>
            <p:nvPr/>
          </p:nvGrpSpPr>
          <p:grpSpPr>
            <a:xfrm rot="10800000">
              <a:off x="9229" y="4369"/>
              <a:ext cx="164" cy="617"/>
              <a:chOff x="-1206843" y="6214252"/>
              <a:chExt cx="103827" cy="391659"/>
            </a:xfrm>
          </p:grpSpPr>
          <p:pic>
            <p:nvPicPr>
              <p:cNvPr id="423" name="图片 422">
                <a:extLst>
                  <a:ext uri="{FF2B5EF4-FFF2-40B4-BE49-F238E27FC236}">
                    <a16:creationId xmlns:a16="http://schemas.microsoft.com/office/drawing/2014/main" id="{F9BF7AF3-6C14-A0CA-B068-AE1C8C38F7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6262153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24" name="图片 423">
                <a:extLst>
                  <a:ext uri="{FF2B5EF4-FFF2-40B4-BE49-F238E27FC236}">
                    <a16:creationId xmlns:a16="http://schemas.microsoft.com/office/drawing/2014/main" id="{34D890DB-7899-1DD9-0962-182479F33F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6454182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25" name="组合 424">
              <a:extLst>
                <a:ext uri="{FF2B5EF4-FFF2-40B4-BE49-F238E27FC236}">
                  <a16:creationId xmlns:a16="http://schemas.microsoft.com/office/drawing/2014/main" id="{2C421B31-A591-C6A3-848C-3DEC109C88DF}"/>
                </a:ext>
              </a:extLst>
            </p:cNvPr>
            <p:cNvGrpSpPr/>
            <p:nvPr/>
          </p:nvGrpSpPr>
          <p:grpSpPr>
            <a:xfrm rot="10800000">
              <a:off x="9229" y="4974"/>
              <a:ext cx="164" cy="617"/>
              <a:chOff x="-1206843" y="5830193"/>
              <a:chExt cx="103827" cy="391659"/>
            </a:xfrm>
          </p:grpSpPr>
          <p:pic>
            <p:nvPicPr>
              <p:cNvPr id="426" name="图片 425">
                <a:extLst>
                  <a:ext uri="{FF2B5EF4-FFF2-40B4-BE49-F238E27FC236}">
                    <a16:creationId xmlns:a16="http://schemas.microsoft.com/office/drawing/2014/main" id="{0E66A700-7FAF-FE11-8929-F64AE9280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878094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27" name="图片 426">
                <a:extLst>
                  <a:ext uri="{FF2B5EF4-FFF2-40B4-BE49-F238E27FC236}">
                    <a16:creationId xmlns:a16="http://schemas.microsoft.com/office/drawing/2014/main" id="{BBB0B913-9537-2AB6-B80A-4FB5D3A0AF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6070123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28" name="组合 427">
              <a:extLst>
                <a:ext uri="{FF2B5EF4-FFF2-40B4-BE49-F238E27FC236}">
                  <a16:creationId xmlns:a16="http://schemas.microsoft.com/office/drawing/2014/main" id="{294AFA59-F3C8-C440-D634-FDDD879020CF}"/>
                </a:ext>
              </a:extLst>
            </p:cNvPr>
            <p:cNvGrpSpPr/>
            <p:nvPr/>
          </p:nvGrpSpPr>
          <p:grpSpPr>
            <a:xfrm rot="10800000">
              <a:off x="9229" y="6145"/>
              <a:ext cx="164" cy="617"/>
              <a:chOff x="-1206843" y="5086175"/>
              <a:chExt cx="103827" cy="391659"/>
            </a:xfrm>
          </p:grpSpPr>
          <p:pic>
            <p:nvPicPr>
              <p:cNvPr id="429" name="图片 428">
                <a:extLst>
                  <a:ext uri="{FF2B5EF4-FFF2-40B4-BE49-F238E27FC236}">
                    <a16:creationId xmlns:a16="http://schemas.microsoft.com/office/drawing/2014/main" id="{DDA29F29-E862-75B6-6431-0A4F38AB7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134076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30" name="图片 429">
                <a:extLst>
                  <a:ext uri="{FF2B5EF4-FFF2-40B4-BE49-F238E27FC236}">
                    <a16:creationId xmlns:a16="http://schemas.microsoft.com/office/drawing/2014/main" id="{EDC2D2B0-9E24-E8EF-4046-39EA56CE1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5326105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grpSp>
          <p:nvGrpSpPr>
            <p:cNvPr id="431" name="组合 430">
              <a:extLst>
                <a:ext uri="{FF2B5EF4-FFF2-40B4-BE49-F238E27FC236}">
                  <a16:creationId xmlns:a16="http://schemas.microsoft.com/office/drawing/2014/main" id="{D49CB4DB-3A25-4E60-AB8C-77273B9EAEF7}"/>
                </a:ext>
              </a:extLst>
            </p:cNvPr>
            <p:cNvGrpSpPr/>
            <p:nvPr/>
          </p:nvGrpSpPr>
          <p:grpSpPr>
            <a:xfrm rot="10800000">
              <a:off x="9229" y="7009"/>
              <a:ext cx="164" cy="617"/>
              <a:chOff x="-1206843" y="4537889"/>
              <a:chExt cx="103827" cy="391659"/>
            </a:xfrm>
          </p:grpSpPr>
          <p:pic>
            <p:nvPicPr>
              <p:cNvPr id="432" name="图片 431">
                <a:extLst>
                  <a:ext uri="{FF2B5EF4-FFF2-40B4-BE49-F238E27FC236}">
                    <a16:creationId xmlns:a16="http://schemas.microsoft.com/office/drawing/2014/main" id="{F1BA6FD9-1FA6-61BF-0FCF-68D7F35A03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4585790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  <p:pic>
            <p:nvPicPr>
              <p:cNvPr id="433" name="图片 432">
                <a:extLst>
                  <a:ext uri="{FF2B5EF4-FFF2-40B4-BE49-F238E27FC236}">
                    <a16:creationId xmlns:a16="http://schemas.microsoft.com/office/drawing/2014/main" id="{B5267836-E9EC-AD1C-F2B9-67697DCED0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-1254745" y="4777820"/>
                <a:ext cx="199630" cy="103827"/>
              </a:xfrm>
              <a:prstGeom prst="rect">
                <a:avLst/>
              </a:prstGeom>
              <a:ln w="7600" cap="flat">
                <a:noFill/>
                <a:miter/>
              </a:ln>
            </p:spPr>
          </p:pic>
        </p:grpSp>
        <p:sp>
          <p:nvSpPr>
            <p:cNvPr id="505" name="Rectangle">
              <a:extLst>
                <a:ext uri="{FF2B5EF4-FFF2-40B4-BE49-F238E27FC236}">
                  <a16:creationId xmlns:a16="http://schemas.microsoft.com/office/drawing/2014/main" id="{E720A632-3DEF-9E7E-511E-D6C9F5337144}"/>
                </a:ext>
              </a:extLst>
            </p:cNvPr>
            <p:cNvSpPr/>
            <p:nvPr/>
          </p:nvSpPr>
          <p:spPr>
            <a:xfrm>
              <a:off x="17387" y="2136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37m</a:t>
              </a:r>
            </a:p>
          </p:txBody>
        </p:sp>
        <p:sp>
          <p:nvSpPr>
            <p:cNvPr id="507" name="Rectangle">
              <a:extLst>
                <a:ext uri="{FF2B5EF4-FFF2-40B4-BE49-F238E27FC236}">
                  <a16:creationId xmlns:a16="http://schemas.microsoft.com/office/drawing/2014/main" id="{CF4078BA-E724-60D9-BCAC-D27BABE1BECC}"/>
                </a:ext>
              </a:extLst>
            </p:cNvPr>
            <p:cNvSpPr/>
            <p:nvPr/>
          </p:nvSpPr>
          <p:spPr>
            <a:xfrm rot="18900000">
              <a:off x="17604" y="2628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45.5m</a:t>
              </a:r>
            </a:p>
          </p:txBody>
        </p:sp>
        <p:sp>
          <p:nvSpPr>
            <p:cNvPr id="508" name="Rectangle">
              <a:extLst>
                <a:ext uri="{FF2B5EF4-FFF2-40B4-BE49-F238E27FC236}">
                  <a16:creationId xmlns:a16="http://schemas.microsoft.com/office/drawing/2014/main" id="{1B21FB81-1635-D83F-F06E-A11F5D977B0B}"/>
                </a:ext>
              </a:extLst>
            </p:cNvPr>
            <p:cNvSpPr/>
            <p:nvPr/>
          </p:nvSpPr>
          <p:spPr>
            <a:xfrm rot="18900000">
              <a:off x="16400" y="3899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81.4m</a:t>
              </a:r>
            </a:p>
          </p:txBody>
        </p:sp>
        <p:sp>
          <p:nvSpPr>
            <p:cNvPr id="509" name="Rectangle">
              <a:extLst>
                <a:ext uri="{FF2B5EF4-FFF2-40B4-BE49-F238E27FC236}">
                  <a16:creationId xmlns:a16="http://schemas.microsoft.com/office/drawing/2014/main" id="{12DF8524-9A94-1A53-F0DE-35EB49325FB0}"/>
                </a:ext>
              </a:extLst>
            </p:cNvPr>
            <p:cNvSpPr/>
            <p:nvPr/>
          </p:nvSpPr>
          <p:spPr>
            <a:xfrm rot="18720000">
              <a:off x="14527" y="5403"/>
              <a:ext cx="875" cy="213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55.7m</a:t>
              </a:r>
            </a:p>
          </p:txBody>
        </p:sp>
        <p:sp>
          <p:nvSpPr>
            <p:cNvPr id="510" name="Rectangle">
              <a:extLst>
                <a:ext uri="{FF2B5EF4-FFF2-40B4-BE49-F238E27FC236}">
                  <a16:creationId xmlns:a16="http://schemas.microsoft.com/office/drawing/2014/main" id="{7C7783AB-F343-3454-F267-98B84EF1CA58}"/>
                </a:ext>
              </a:extLst>
            </p:cNvPr>
            <p:cNvSpPr/>
            <p:nvPr/>
          </p:nvSpPr>
          <p:spPr>
            <a:xfrm rot="20700000">
              <a:off x="11453" y="6191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41.5m</a:t>
              </a:r>
            </a:p>
          </p:txBody>
        </p:sp>
        <p:sp>
          <p:nvSpPr>
            <p:cNvPr id="511" name="Rectangle">
              <a:extLst>
                <a:ext uri="{FF2B5EF4-FFF2-40B4-BE49-F238E27FC236}">
                  <a16:creationId xmlns:a16="http://schemas.microsoft.com/office/drawing/2014/main" id="{DF62624A-A16C-DBD6-07E6-11A8C5EBE83B}"/>
                </a:ext>
              </a:extLst>
            </p:cNvPr>
            <p:cNvSpPr/>
            <p:nvPr/>
          </p:nvSpPr>
          <p:spPr>
            <a:xfrm>
              <a:off x="9743" y="7542"/>
              <a:ext cx="695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71.6</a:t>
              </a:r>
            </a:p>
          </p:txBody>
        </p:sp>
        <p:sp>
          <p:nvSpPr>
            <p:cNvPr id="512" name="Rectangle">
              <a:extLst>
                <a:ext uri="{FF2B5EF4-FFF2-40B4-BE49-F238E27FC236}">
                  <a16:creationId xmlns:a16="http://schemas.microsoft.com/office/drawing/2014/main" id="{ABE7B233-97F5-440F-004E-7A8EB39B6224}"/>
                </a:ext>
              </a:extLst>
            </p:cNvPr>
            <p:cNvSpPr/>
            <p:nvPr/>
          </p:nvSpPr>
          <p:spPr>
            <a:xfrm>
              <a:off x="12729" y="4846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113m</a:t>
              </a:r>
            </a:p>
          </p:txBody>
        </p:sp>
        <p:sp>
          <p:nvSpPr>
            <p:cNvPr id="513" name="Rectangle">
              <a:extLst>
                <a:ext uri="{FF2B5EF4-FFF2-40B4-BE49-F238E27FC236}">
                  <a16:creationId xmlns:a16="http://schemas.microsoft.com/office/drawing/2014/main" id="{987D885A-5AFB-C1AE-6A39-609320E89CE9}"/>
                </a:ext>
              </a:extLst>
            </p:cNvPr>
            <p:cNvSpPr/>
            <p:nvPr/>
          </p:nvSpPr>
          <p:spPr>
            <a:xfrm>
              <a:off x="9994" y="6698"/>
              <a:ext cx="691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70.1m</a:t>
              </a:r>
            </a:p>
          </p:txBody>
        </p:sp>
        <p:sp>
          <p:nvSpPr>
            <p:cNvPr id="514" name="Rectangle">
              <a:extLst>
                <a:ext uri="{FF2B5EF4-FFF2-40B4-BE49-F238E27FC236}">
                  <a16:creationId xmlns:a16="http://schemas.microsoft.com/office/drawing/2014/main" id="{648851DC-66E8-55E3-889C-F6B859A98F12}"/>
                </a:ext>
              </a:extLst>
            </p:cNvPr>
            <p:cNvSpPr/>
            <p:nvPr/>
          </p:nvSpPr>
          <p:spPr>
            <a:xfrm>
              <a:off x="6955" y="7442"/>
              <a:ext cx="1173" cy="485"/>
            </a:xfrm>
            <a:custGeom>
              <a:avLst/>
              <a:gdLst>
                <a:gd name="connsiteX0" fmla="*/ 0 w 744613"/>
                <a:gd name="connsiteY0" fmla="*/ 153948 h 307895"/>
                <a:gd name="connsiteX1" fmla="*/ 372306 w 744613"/>
                <a:gd name="connsiteY1" fmla="*/ 0 h 307895"/>
                <a:gd name="connsiteX2" fmla="*/ 744613 w 744613"/>
                <a:gd name="connsiteY2" fmla="*/ 153948 h 307895"/>
                <a:gd name="connsiteX3" fmla="*/ 372306 w 744613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744613" h="307895" stroke="0">
                  <a:moveTo>
                    <a:pt x="0" y="0"/>
                  </a:moveTo>
                  <a:lnTo>
                    <a:pt x="744613" y="0"/>
                  </a:lnTo>
                  <a:lnTo>
                    <a:pt x="744613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744613" h="307895" fill="none">
                  <a:moveTo>
                    <a:pt x="0" y="0"/>
                  </a:moveTo>
                  <a:lnTo>
                    <a:pt x="744613" y="0"/>
                  </a:lnTo>
                  <a:lnTo>
                    <a:pt x="744613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" name="Rectangle">
              <a:extLst>
                <a:ext uri="{FF2B5EF4-FFF2-40B4-BE49-F238E27FC236}">
                  <a16:creationId xmlns:a16="http://schemas.microsoft.com/office/drawing/2014/main" id="{431BBCD1-B3B3-BE59-1F91-CADAD89FC2D5}"/>
                </a:ext>
              </a:extLst>
            </p:cNvPr>
            <p:cNvSpPr/>
            <p:nvPr/>
          </p:nvSpPr>
          <p:spPr>
            <a:xfrm rot="10800000">
              <a:off x="6541" y="6579"/>
              <a:ext cx="1811" cy="549"/>
            </a:xfrm>
            <a:custGeom>
              <a:avLst/>
              <a:gdLst>
                <a:gd name="connsiteX0" fmla="*/ 0 w 697779"/>
                <a:gd name="connsiteY0" fmla="*/ 153948 h 307895"/>
                <a:gd name="connsiteX1" fmla="*/ 348889 w 697779"/>
                <a:gd name="connsiteY1" fmla="*/ 0 h 307895"/>
                <a:gd name="connsiteX2" fmla="*/ 697779 w 697779"/>
                <a:gd name="connsiteY2" fmla="*/ 153948 h 307895"/>
                <a:gd name="connsiteX3" fmla="*/ 348889 w 697779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697779" h="307895" stroke="0">
                  <a:moveTo>
                    <a:pt x="0" y="0"/>
                  </a:moveTo>
                  <a:lnTo>
                    <a:pt x="697779" y="0"/>
                  </a:lnTo>
                  <a:lnTo>
                    <a:pt x="697779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697779" h="307895" fill="none">
                  <a:moveTo>
                    <a:pt x="0" y="0"/>
                  </a:moveTo>
                  <a:lnTo>
                    <a:pt x="697779" y="0"/>
                  </a:lnTo>
                  <a:lnTo>
                    <a:pt x="697779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" name="Rectangle">
              <a:extLst>
                <a:ext uri="{FF2B5EF4-FFF2-40B4-BE49-F238E27FC236}">
                  <a16:creationId xmlns:a16="http://schemas.microsoft.com/office/drawing/2014/main" id="{D0145A85-2057-E595-B7D0-D717FF5653FF}"/>
                </a:ext>
              </a:extLst>
            </p:cNvPr>
            <p:cNvSpPr/>
            <p:nvPr/>
          </p:nvSpPr>
          <p:spPr>
            <a:xfrm>
              <a:off x="8176" y="7542"/>
              <a:ext cx="698" cy="281"/>
            </a:xfrm>
            <a:custGeom>
              <a:avLst/>
              <a:gdLst/>
              <a:ahLst/>
              <a:cxnLst/>
              <a:rect l="l" t="t" r="r" b="b"/>
              <a:pathLst>
                <a:path w="477961" h="505495" stroke="0">
                  <a:moveTo>
                    <a:pt x="0" y="0"/>
                  </a:moveTo>
                  <a:lnTo>
                    <a:pt x="477961" y="0"/>
                  </a:lnTo>
                  <a:lnTo>
                    <a:pt x="477961" y="505495"/>
                  </a:lnTo>
                  <a:lnTo>
                    <a:pt x="0" y="505495"/>
                  </a:lnTo>
                  <a:lnTo>
                    <a:pt x="0" y="0"/>
                  </a:lnTo>
                  <a:close/>
                </a:path>
                <a:path w="477961" h="505495" fill="none">
                  <a:moveTo>
                    <a:pt x="0" y="0"/>
                  </a:moveTo>
                  <a:lnTo>
                    <a:pt x="477961" y="0"/>
                  </a:lnTo>
                  <a:lnTo>
                    <a:pt x="477961" y="505495"/>
                  </a:lnTo>
                  <a:lnTo>
                    <a:pt x="0" y="5054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19.2m</a:t>
              </a:r>
            </a:p>
          </p:txBody>
        </p:sp>
        <p:sp>
          <p:nvSpPr>
            <p:cNvPr id="517" name="Rectangle">
              <a:extLst>
                <a:ext uri="{FF2B5EF4-FFF2-40B4-BE49-F238E27FC236}">
                  <a16:creationId xmlns:a16="http://schemas.microsoft.com/office/drawing/2014/main" id="{F0045268-C698-AD3A-2ADA-51950AC76D8A}"/>
                </a:ext>
              </a:extLst>
            </p:cNvPr>
            <p:cNvSpPr/>
            <p:nvPr/>
          </p:nvSpPr>
          <p:spPr>
            <a:xfrm>
              <a:off x="8592" y="6685"/>
              <a:ext cx="753" cy="243"/>
            </a:xfrm>
            <a:custGeom>
              <a:avLst/>
              <a:gdLst/>
              <a:ahLst/>
              <a:cxnLst/>
              <a:rect l="l" t="t" r="r" b="b"/>
              <a:pathLst>
                <a:path w="477961" h="382237" stroke="0">
                  <a:moveTo>
                    <a:pt x="0" y="0"/>
                  </a:moveTo>
                  <a:lnTo>
                    <a:pt x="477961" y="0"/>
                  </a:lnTo>
                  <a:lnTo>
                    <a:pt x="477961" y="382237"/>
                  </a:lnTo>
                  <a:lnTo>
                    <a:pt x="0" y="382237"/>
                  </a:lnTo>
                  <a:lnTo>
                    <a:pt x="0" y="0"/>
                  </a:lnTo>
                  <a:close/>
                </a:path>
                <a:path w="477961" h="382237" fill="none">
                  <a:moveTo>
                    <a:pt x="0" y="0"/>
                  </a:moveTo>
                  <a:lnTo>
                    <a:pt x="477961" y="0"/>
                  </a:lnTo>
                  <a:lnTo>
                    <a:pt x="477961" y="382237"/>
                  </a:lnTo>
                  <a:lnTo>
                    <a:pt x="0" y="3822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19m</a:t>
              </a:r>
            </a:p>
          </p:txBody>
        </p:sp>
        <p:sp>
          <p:nvSpPr>
            <p:cNvPr id="518" name="Rectangle">
              <a:extLst>
                <a:ext uri="{FF2B5EF4-FFF2-40B4-BE49-F238E27FC236}">
                  <a16:creationId xmlns:a16="http://schemas.microsoft.com/office/drawing/2014/main" id="{FE8FC61F-03D8-641D-5072-B33975907B96}"/>
                </a:ext>
              </a:extLst>
            </p:cNvPr>
            <p:cNvSpPr/>
            <p:nvPr/>
          </p:nvSpPr>
          <p:spPr>
            <a:xfrm>
              <a:off x="6043" y="7524"/>
              <a:ext cx="749" cy="341"/>
            </a:xfrm>
            <a:custGeom>
              <a:avLst/>
              <a:gdLst/>
              <a:ahLst/>
              <a:cxnLst/>
              <a:rect l="l" t="t" r="r" b="b"/>
              <a:pathLst>
                <a:path w="641368" h="338295" stroke="0">
                  <a:moveTo>
                    <a:pt x="0" y="0"/>
                  </a:moveTo>
                  <a:lnTo>
                    <a:pt x="641368" y="0"/>
                  </a:lnTo>
                  <a:lnTo>
                    <a:pt x="641368" y="338295"/>
                  </a:lnTo>
                  <a:lnTo>
                    <a:pt x="0" y="338295"/>
                  </a:lnTo>
                  <a:lnTo>
                    <a:pt x="0" y="0"/>
                  </a:lnTo>
                  <a:close/>
                </a:path>
                <a:path w="641368" h="338295" fill="none">
                  <a:moveTo>
                    <a:pt x="0" y="0"/>
                  </a:moveTo>
                  <a:lnTo>
                    <a:pt x="641368" y="0"/>
                  </a:lnTo>
                  <a:lnTo>
                    <a:pt x="641368" y="338295"/>
                  </a:lnTo>
                  <a:lnTo>
                    <a:pt x="0" y="3382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3.3m</a:t>
              </a:r>
            </a:p>
          </p:txBody>
        </p:sp>
        <p:sp>
          <p:nvSpPr>
            <p:cNvPr id="519" name="Rectangle">
              <a:extLst>
                <a:ext uri="{FF2B5EF4-FFF2-40B4-BE49-F238E27FC236}">
                  <a16:creationId xmlns:a16="http://schemas.microsoft.com/office/drawing/2014/main" id="{BF61E0EA-5F30-9F02-377A-F3035E5D3D5C}"/>
                </a:ext>
              </a:extLst>
            </p:cNvPr>
            <p:cNvSpPr/>
            <p:nvPr/>
          </p:nvSpPr>
          <p:spPr>
            <a:xfrm>
              <a:off x="5638" y="6699"/>
              <a:ext cx="901" cy="323"/>
            </a:xfrm>
            <a:custGeom>
              <a:avLst/>
              <a:gdLst/>
              <a:ahLst/>
              <a:cxnLst/>
              <a:rect l="l" t="t" r="r" b="b"/>
              <a:pathLst>
                <a:path w="891522" h="205739" stroke="0">
                  <a:moveTo>
                    <a:pt x="0" y="0"/>
                  </a:moveTo>
                  <a:lnTo>
                    <a:pt x="891522" y="0"/>
                  </a:lnTo>
                  <a:lnTo>
                    <a:pt x="891522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  <a:path w="891522" h="205739" fill="none">
                  <a:moveTo>
                    <a:pt x="0" y="0"/>
                  </a:moveTo>
                  <a:lnTo>
                    <a:pt x="891522" y="0"/>
                  </a:lnTo>
                  <a:lnTo>
                    <a:pt x="891522" y="205739"/>
                  </a:lnTo>
                  <a:lnTo>
                    <a:pt x="0" y="20573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31.9m</a:t>
              </a:r>
            </a:p>
          </p:txBody>
        </p:sp>
        <p:sp>
          <p:nvSpPr>
            <p:cNvPr id="520" name="Rectangle">
              <a:extLst>
                <a:ext uri="{FF2B5EF4-FFF2-40B4-BE49-F238E27FC236}">
                  <a16:creationId xmlns:a16="http://schemas.microsoft.com/office/drawing/2014/main" id="{7166F585-A971-3792-27EE-DA51E89067C3}"/>
                </a:ext>
              </a:extLst>
            </p:cNvPr>
            <p:cNvSpPr/>
            <p:nvPr/>
          </p:nvSpPr>
          <p:spPr>
            <a:xfrm>
              <a:off x="12729" y="3869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239.2m</a:t>
              </a:r>
            </a:p>
          </p:txBody>
        </p:sp>
        <p:sp>
          <p:nvSpPr>
            <p:cNvPr id="521" name="Rectangle">
              <a:extLst>
                <a:ext uri="{FF2B5EF4-FFF2-40B4-BE49-F238E27FC236}">
                  <a16:creationId xmlns:a16="http://schemas.microsoft.com/office/drawing/2014/main" id="{5E99F7F4-F8C6-8435-D8BA-8AD881513927}"/>
                </a:ext>
              </a:extLst>
            </p:cNvPr>
            <p:cNvSpPr/>
            <p:nvPr/>
          </p:nvSpPr>
          <p:spPr>
            <a:xfrm>
              <a:off x="12729" y="3017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258.5m</a:t>
              </a:r>
            </a:p>
          </p:txBody>
        </p:sp>
        <p:sp>
          <p:nvSpPr>
            <p:cNvPr id="522" name="Rectangle">
              <a:extLst>
                <a:ext uri="{FF2B5EF4-FFF2-40B4-BE49-F238E27FC236}">
                  <a16:creationId xmlns:a16="http://schemas.microsoft.com/office/drawing/2014/main" id="{E64EC811-7CA8-C271-CF82-21B11A472247}"/>
                </a:ext>
              </a:extLst>
            </p:cNvPr>
            <p:cNvSpPr/>
            <p:nvPr/>
          </p:nvSpPr>
          <p:spPr>
            <a:xfrm>
              <a:off x="12692" y="2166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317.8m</a:t>
              </a:r>
            </a:p>
          </p:txBody>
        </p:sp>
        <p:sp>
          <p:nvSpPr>
            <p:cNvPr id="523" name="Rectangle">
              <a:extLst>
                <a:ext uri="{FF2B5EF4-FFF2-40B4-BE49-F238E27FC236}">
                  <a16:creationId xmlns:a16="http://schemas.microsoft.com/office/drawing/2014/main" id="{41ED14A9-8EF9-1BAF-4862-58C26723DD41}"/>
                </a:ext>
              </a:extLst>
            </p:cNvPr>
            <p:cNvSpPr/>
            <p:nvPr/>
          </p:nvSpPr>
          <p:spPr>
            <a:xfrm>
              <a:off x="12692" y="1183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31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3.6m</a:t>
              </a:r>
            </a:p>
          </p:txBody>
        </p:sp>
        <p:sp>
          <p:nvSpPr>
            <p:cNvPr id="524" name="Rectangle">
              <a:extLst>
                <a:ext uri="{FF2B5EF4-FFF2-40B4-BE49-F238E27FC236}">
                  <a16:creationId xmlns:a16="http://schemas.microsoft.com/office/drawing/2014/main" id="{BAA345E3-4CEA-FACC-1DED-5AB0FF903A20}"/>
                </a:ext>
              </a:extLst>
            </p:cNvPr>
            <p:cNvSpPr/>
            <p:nvPr/>
          </p:nvSpPr>
          <p:spPr>
            <a:xfrm rot="10800000">
              <a:off x="5517" y="3778"/>
              <a:ext cx="3271" cy="485"/>
            </a:xfrm>
            <a:custGeom>
              <a:avLst/>
              <a:gdLst>
                <a:gd name="connsiteX0" fmla="*/ 0 w 2077073"/>
                <a:gd name="connsiteY0" fmla="*/ 153948 h 307895"/>
                <a:gd name="connsiteX1" fmla="*/ 1038537 w 2077073"/>
                <a:gd name="connsiteY1" fmla="*/ 0 h 307895"/>
                <a:gd name="connsiteX2" fmla="*/ 2077073 w 2077073"/>
                <a:gd name="connsiteY2" fmla="*/ 153948 h 307895"/>
                <a:gd name="connsiteX3" fmla="*/ 1038537 w 2077073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2077073" h="307895" stroke="0">
                  <a:moveTo>
                    <a:pt x="0" y="0"/>
                  </a:moveTo>
                  <a:lnTo>
                    <a:pt x="2077073" y="0"/>
                  </a:lnTo>
                  <a:lnTo>
                    <a:pt x="2077073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2077073" h="307895" fill="none">
                  <a:moveTo>
                    <a:pt x="0" y="0"/>
                  </a:moveTo>
                  <a:lnTo>
                    <a:pt x="2077073" y="0"/>
                  </a:lnTo>
                  <a:lnTo>
                    <a:pt x="2077073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" name="Rectangle">
              <a:extLst>
                <a:ext uri="{FF2B5EF4-FFF2-40B4-BE49-F238E27FC236}">
                  <a16:creationId xmlns:a16="http://schemas.microsoft.com/office/drawing/2014/main" id="{B918948B-14AD-B0BA-707E-7203946838B4}"/>
                </a:ext>
              </a:extLst>
            </p:cNvPr>
            <p:cNvSpPr/>
            <p:nvPr/>
          </p:nvSpPr>
          <p:spPr>
            <a:xfrm>
              <a:off x="9113" y="3860"/>
              <a:ext cx="898" cy="311"/>
            </a:xfrm>
            <a:custGeom>
              <a:avLst/>
              <a:gdLst/>
              <a:ahLst/>
              <a:cxnLst/>
              <a:rect l="l" t="t" r="r" b="b"/>
              <a:pathLst>
                <a:path w="570391" h="319200" stroke="0">
                  <a:moveTo>
                    <a:pt x="0" y="0"/>
                  </a:moveTo>
                  <a:lnTo>
                    <a:pt x="570391" y="0"/>
                  </a:lnTo>
                  <a:lnTo>
                    <a:pt x="570391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  <a:path w="570391" h="319200" fill="none">
                  <a:moveTo>
                    <a:pt x="0" y="0"/>
                  </a:moveTo>
                  <a:lnTo>
                    <a:pt x="570391" y="0"/>
                  </a:lnTo>
                  <a:lnTo>
                    <a:pt x="570391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5.5m</a:t>
              </a:r>
            </a:p>
          </p:txBody>
        </p:sp>
        <p:sp>
          <p:nvSpPr>
            <p:cNvPr id="526" name="Rectangle">
              <a:extLst>
                <a:ext uri="{FF2B5EF4-FFF2-40B4-BE49-F238E27FC236}">
                  <a16:creationId xmlns:a16="http://schemas.microsoft.com/office/drawing/2014/main" id="{14B9733F-EAD3-C3E4-0A40-72E26CD60C30}"/>
                </a:ext>
              </a:extLst>
            </p:cNvPr>
            <p:cNvSpPr/>
            <p:nvPr/>
          </p:nvSpPr>
          <p:spPr>
            <a:xfrm>
              <a:off x="8756" y="3859"/>
              <a:ext cx="604" cy="376"/>
            </a:xfrm>
            <a:custGeom>
              <a:avLst/>
              <a:gdLst/>
              <a:ahLst/>
              <a:cxnLst/>
              <a:rect l="l" t="t" r="r" b="b"/>
              <a:pathLst>
                <a:path w="303130" h="577600" stroke="0">
                  <a:moveTo>
                    <a:pt x="0" y="0"/>
                  </a:moveTo>
                  <a:lnTo>
                    <a:pt x="303130" y="0"/>
                  </a:lnTo>
                  <a:lnTo>
                    <a:pt x="303130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  <a:path w="303130" h="577600" fill="none">
                  <a:moveTo>
                    <a:pt x="0" y="0"/>
                  </a:moveTo>
                  <a:lnTo>
                    <a:pt x="303130" y="0"/>
                  </a:lnTo>
                  <a:lnTo>
                    <a:pt x="303130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14.8m</a:t>
              </a:r>
            </a:p>
          </p:txBody>
        </p:sp>
        <p:sp>
          <p:nvSpPr>
            <p:cNvPr id="527" name="Rectangle">
              <a:extLst>
                <a:ext uri="{FF2B5EF4-FFF2-40B4-BE49-F238E27FC236}">
                  <a16:creationId xmlns:a16="http://schemas.microsoft.com/office/drawing/2014/main" id="{6EADA624-DDC3-94B7-3060-C1504EE48250}"/>
                </a:ext>
              </a:extLst>
            </p:cNvPr>
            <p:cNvSpPr/>
            <p:nvPr/>
          </p:nvSpPr>
          <p:spPr>
            <a:xfrm>
              <a:off x="6639" y="3881"/>
              <a:ext cx="1196" cy="299"/>
            </a:xfrm>
            <a:custGeom>
              <a:avLst/>
              <a:gdLst/>
              <a:ahLst/>
              <a:cxnLst/>
              <a:rect l="l" t="t" r="r" b="b"/>
              <a:pathLst>
                <a:path w="759382" h="190000" stroke="0">
                  <a:moveTo>
                    <a:pt x="0" y="0"/>
                  </a:moveTo>
                  <a:lnTo>
                    <a:pt x="759382" y="0"/>
                  </a:lnTo>
                  <a:lnTo>
                    <a:pt x="759382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759382" h="190000" fill="none">
                  <a:moveTo>
                    <a:pt x="0" y="0"/>
                  </a:moveTo>
                  <a:lnTo>
                    <a:pt x="759382" y="0"/>
                  </a:lnTo>
                  <a:lnTo>
                    <a:pt x="759382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151.2m</a:t>
              </a:r>
            </a:p>
          </p:txBody>
        </p:sp>
        <p:sp>
          <p:nvSpPr>
            <p:cNvPr id="528" name="Rectangle">
              <a:extLst>
                <a:ext uri="{FF2B5EF4-FFF2-40B4-BE49-F238E27FC236}">
                  <a16:creationId xmlns:a16="http://schemas.microsoft.com/office/drawing/2014/main" id="{68FD465A-CF66-F4C6-43CA-A502EEAB5237}"/>
                </a:ext>
              </a:extLst>
            </p:cNvPr>
            <p:cNvSpPr/>
            <p:nvPr/>
          </p:nvSpPr>
          <p:spPr>
            <a:xfrm>
              <a:off x="3917" y="3857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27.5m</a:t>
              </a:r>
            </a:p>
          </p:txBody>
        </p:sp>
        <p:sp>
          <p:nvSpPr>
            <p:cNvPr id="529" name="Rectangle">
              <a:extLst>
                <a:ext uri="{FF2B5EF4-FFF2-40B4-BE49-F238E27FC236}">
                  <a16:creationId xmlns:a16="http://schemas.microsoft.com/office/drawing/2014/main" id="{8610C5D1-34A5-BEA0-A279-915006399A29}"/>
                </a:ext>
              </a:extLst>
            </p:cNvPr>
            <p:cNvSpPr/>
            <p:nvPr/>
          </p:nvSpPr>
          <p:spPr>
            <a:xfrm>
              <a:off x="2375" y="3851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41.5m</a:t>
              </a:r>
            </a:p>
          </p:txBody>
        </p:sp>
        <p:sp>
          <p:nvSpPr>
            <p:cNvPr id="530" name="Rectangle">
              <a:extLst>
                <a:ext uri="{FF2B5EF4-FFF2-40B4-BE49-F238E27FC236}">
                  <a16:creationId xmlns:a16="http://schemas.microsoft.com/office/drawing/2014/main" id="{7554A923-19C1-B6E8-D1B4-957F6ABCF3BC}"/>
                </a:ext>
              </a:extLst>
            </p:cNvPr>
            <p:cNvSpPr/>
            <p:nvPr/>
          </p:nvSpPr>
          <p:spPr>
            <a:xfrm>
              <a:off x="1663" y="3844"/>
              <a:ext cx="687" cy="301"/>
            </a:xfrm>
            <a:custGeom>
              <a:avLst/>
              <a:gdLst/>
              <a:ahLst/>
              <a:cxnLst/>
              <a:rect l="l" t="t" r="r" b="b"/>
              <a:pathLst>
                <a:path w="372039" h="448400" stroke="0">
                  <a:moveTo>
                    <a:pt x="0" y="0"/>
                  </a:moveTo>
                  <a:lnTo>
                    <a:pt x="372039" y="0"/>
                  </a:lnTo>
                  <a:lnTo>
                    <a:pt x="372039" y="448400"/>
                  </a:lnTo>
                  <a:lnTo>
                    <a:pt x="0" y="448400"/>
                  </a:lnTo>
                  <a:lnTo>
                    <a:pt x="0" y="0"/>
                  </a:lnTo>
                  <a:close/>
                </a:path>
                <a:path w="372039" h="448400" fill="none">
                  <a:moveTo>
                    <a:pt x="0" y="0"/>
                  </a:moveTo>
                  <a:lnTo>
                    <a:pt x="372039" y="0"/>
                  </a:lnTo>
                  <a:lnTo>
                    <a:pt x="372039" y="448400"/>
                  </a:lnTo>
                  <a:lnTo>
                    <a:pt x="0" y="448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17.9m</a:t>
              </a:r>
            </a:p>
          </p:txBody>
        </p:sp>
        <p:sp>
          <p:nvSpPr>
            <p:cNvPr id="531" name="Rectangle">
              <a:extLst>
                <a:ext uri="{FF2B5EF4-FFF2-40B4-BE49-F238E27FC236}">
                  <a16:creationId xmlns:a16="http://schemas.microsoft.com/office/drawing/2014/main" id="{535C8188-F864-6034-10AF-0A944B31F735}"/>
                </a:ext>
              </a:extLst>
            </p:cNvPr>
            <p:cNvSpPr/>
            <p:nvPr/>
          </p:nvSpPr>
          <p:spPr>
            <a:xfrm>
              <a:off x="-709" y="3814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114m</a:t>
              </a:r>
            </a:p>
          </p:txBody>
        </p:sp>
        <p:sp>
          <p:nvSpPr>
            <p:cNvPr id="532" name="Rectangle">
              <a:extLst>
                <a:ext uri="{FF2B5EF4-FFF2-40B4-BE49-F238E27FC236}">
                  <a16:creationId xmlns:a16="http://schemas.microsoft.com/office/drawing/2014/main" id="{A5ABA121-015C-4A41-98B5-4C86E89A426A}"/>
                </a:ext>
              </a:extLst>
            </p:cNvPr>
            <p:cNvSpPr/>
            <p:nvPr/>
          </p:nvSpPr>
          <p:spPr>
            <a:xfrm rot="17880000">
              <a:off x="-3" y="5650"/>
              <a:ext cx="1139" cy="485"/>
            </a:xfrm>
            <a:custGeom>
              <a:avLst/>
              <a:gdLst>
                <a:gd name="connsiteX0" fmla="*/ 0 w 723105"/>
                <a:gd name="connsiteY0" fmla="*/ 153948 h 307895"/>
                <a:gd name="connsiteX1" fmla="*/ 361552 w 723105"/>
                <a:gd name="connsiteY1" fmla="*/ 0 h 307895"/>
                <a:gd name="connsiteX2" fmla="*/ 723105 w 723105"/>
                <a:gd name="connsiteY2" fmla="*/ 153948 h 307895"/>
                <a:gd name="connsiteX3" fmla="*/ 361552 w 723105"/>
                <a:gd name="connsiteY3" fmla="*/ 307895 h 30789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723105" h="307895" stroke="0">
                  <a:moveTo>
                    <a:pt x="0" y="0"/>
                  </a:moveTo>
                  <a:lnTo>
                    <a:pt x="723105" y="0"/>
                  </a:lnTo>
                  <a:lnTo>
                    <a:pt x="723105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  <a:path w="723105" h="307895" fill="none">
                  <a:moveTo>
                    <a:pt x="0" y="0"/>
                  </a:moveTo>
                  <a:lnTo>
                    <a:pt x="723105" y="0"/>
                  </a:lnTo>
                  <a:lnTo>
                    <a:pt x="723105" y="307895"/>
                  </a:lnTo>
                  <a:lnTo>
                    <a:pt x="0" y="30789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" name="Rectangle">
              <a:extLst>
                <a:ext uri="{FF2B5EF4-FFF2-40B4-BE49-F238E27FC236}">
                  <a16:creationId xmlns:a16="http://schemas.microsoft.com/office/drawing/2014/main" id="{CB8BBEA9-A3A5-AC78-8E90-633AB9C29F66}"/>
                </a:ext>
              </a:extLst>
            </p:cNvPr>
            <p:cNvSpPr/>
            <p:nvPr/>
          </p:nvSpPr>
          <p:spPr>
            <a:xfrm rot="18000000">
              <a:off x="503" y="4626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42.3m</a:t>
              </a:r>
            </a:p>
          </p:txBody>
        </p:sp>
        <p:sp>
          <p:nvSpPr>
            <p:cNvPr id="534" name="Rectangle">
              <a:extLst>
                <a:ext uri="{FF2B5EF4-FFF2-40B4-BE49-F238E27FC236}">
                  <a16:creationId xmlns:a16="http://schemas.microsoft.com/office/drawing/2014/main" id="{7DFF2E0F-EE42-36B6-6EFF-ADF03B124C21}"/>
                </a:ext>
              </a:extLst>
            </p:cNvPr>
            <p:cNvSpPr/>
            <p:nvPr/>
          </p:nvSpPr>
          <p:spPr>
            <a:xfrm rot="18900000">
              <a:off x="4285" y="3235"/>
              <a:ext cx="927" cy="257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36.9m</a:t>
              </a:r>
            </a:p>
          </p:txBody>
        </p:sp>
        <p:sp>
          <p:nvSpPr>
            <p:cNvPr id="535" name="Rectangle">
              <a:extLst>
                <a:ext uri="{FF2B5EF4-FFF2-40B4-BE49-F238E27FC236}">
                  <a16:creationId xmlns:a16="http://schemas.microsoft.com/office/drawing/2014/main" id="{579FCADF-D869-967D-D29F-61548F2AF2F6}"/>
                </a:ext>
              </a:extLst>
            </p:cNvPr>
            <p:cNvSpPr/>
            <p:nvPr/>
          </p:nvSpPr>
          <p:spPr>
            <a:xfrm>
              <a:off x="9743" y="5769"/>
              <a:ext cx="84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69.1m</a:t>
              </a:r>
            </a:p>
          </p:txBody>
        </p:sp>
        <p:sp>
          <p:nvSpPr>
            <p:cNvPr id="536" name="Rectangle">
              <a:extLst>
                <a:ext uri="{FF2B5EF4-FFF2-40B4-BE49-F238E27FC236}">
                  <a16:creationId xmlns:a16="http://schemas.microsoft.com/office/drawing/2014/main" id="{D1D1A34B-BEF8-7E09-D7A7-AE33C3FB1600}"/>
                </a:ext>
              </a:extLst>
            </p:cNvPr>
            <p:cNvSpPr/>
            <p:nvPr/>
          </p:nvSpPr>
          <p:spPr>
            <a:xfrm rot="2640000">
              <a:off x="10570" y="5216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68.2m</a:t>
              </a:r>
            </a:p>
          </p:txBody>
        </p:sp>
        <p:sp>
          <p:nvSpPr>
            <p:cNvPr id="537" name="Rectangle">
              <a:extLst>
                <a:ext uri="{FF2B5EF4-FFF2-40B4-BE49-F238E27FC236}">
                  <a16:creationId xmlns:a16="http://schemas.microsoft.com/office/drawing/2014/main" id="{E0F8D44C-5F15-D98D-43F9-15FD19F75D8F}"/>
                </a:ext>
              </a:extLst>
            </p:cNvPr>
            <p:cNvSpPr/>
            <p:nvPr/>
          </p:nvSpPr>
          <p:spPr>
            <a:xfrm rot="2100000">
              <a:off x="9506" y="4388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45.4m</a:t>
              </a:r>
            </a:p>
          </p:txBody>
        </p:sp>
        <p:sp>
          <p:nvSpPr>
            <p:cNvPr id="538" name="Rectangle">
              <a:extLst>
                <a:ext uri="{FF2B5EF4-FFF2-40B4-BE49-F238E27FC236}">
                  <a16:creationId xmlns:a16="http://schemas.microsoft.com/office/drawing/2014/main" id="{1041ACD9-E4CC-C799-B735-A41C1F40972B}"/>
                </a:ext>
              </a:extLst>
            </p:cNvPr>
            <p:cNvSpPr/>
            <p:nvPr/>
          </p:nvSpPr>
          <p:spPr>
            <a:xfrm rot="10800000">
              <a:off x="6538" y="5656"/>
              <a:ext cx="2336" cy="502"/>
            </a:xfrm>
            <a:custGeom>
              <a:avLst/>
              <a:gdLst>
                <a:gd name="connsiteX0" fmla="*/ 0 w 1483254"/>
                <a:gd name="connsiteY0" fmla="*/ 159393 h 318785"/>
                <a:gd name="connsiteX1" fmla="*/ 741627 w 1483254"/>
                <a:gd name="connsiteY1" fmla="*/ 0 h 318785"/>
                <a:gd name="connsiteX2" fmla="*/ 1483254 w 1483254"/>
                <a:gd name="connsiteY2" fmla="*/ 159393 h 318785"/>
                <a:gd name="connsiteX3" fmla="*/ 741627 w 1483254"/>
                <a:gd name="connsiteY3" fmla="*/ 318785 h 318785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483254" h="318785" stroke="0">
                  <a:moveTo>
                    <a:pt x="0" y="0"/>
                  </a:moveTo>
                  <a:lnTo>
                    <a:pt x="1483254" y="0"/>
                  </a:lnTo>
                  <a:lnTo>
                    <a:pt x="1483254" y="318785"/>
                  </a:lnTo>
                  <a:lnTo>
                    <a:pt x="0" y="318785"/>
                  </a:lnTo>
                  <a:lnTo>
                    <a:pt x="0" y="0"/>
                  </a:lnTo>
                  <a:close/>
                </a:path>
                <a:path w="1483254" h="318785" fill="none">
                  <a:moveTo>
                    <a:pt x="0" y="0"/>
                  </a:moveTo>
                  <a:lnTo>
                    <a:pt x="1483254" y="0"/>
                  </a:lnTo>
                  <a:lnTo>
                    <a:pt x="1483254" y="318785"/>
                  </a:lnTo>
                  <a:lnTo>
                    <a:pt x="0" y="31878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9" name="Rectangle">
              <a:extLst>
                <a:ext uri="{FF2B5EF4-FFF2-40B4-BE49-F238E27FC236}">
                  <a16:creationId xmlns:a16="http://schemas.microsoft.com/office/drawing/2014/main" id="{A91E147B-3855-E14C-B95B-1D71F0DA3ED9}"/>
                </a:ext>
              </a:extLst>
            </p:cNvPr>
            <p:cNvSpPr/>
            <p:nvPr/>
          </p:nvSpPr>
          <p:spPr>
            <a:xfrm>
              <a:off x="8772" y="5796"/>
              <a:ext cx="604" cy="304"/>
            </a:xfrm>
            <a:custGeom>
              <a:avLst/>
              <a:gdLst/>
              <a:ahLst/>
              <a:cxnLst/>
              <a:rect l="l" t="t" r="r" b="b"/>
              <a:pathLst>
                <a:path w="303130" h="577600" stroke="0">
                  <a:moveTo>
                    <a:pt x="0" y="0"/>
                  </a:moveTo>
                  <a:lnTo>
                    <a:pt x="303130" y="0"/>
                  </a:lnTo>
                  <a:lnTo>
                    <a:pt x="303130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  <a:path w="303130" h="577600" fill="none">
                  <a:moveTo>
                    <a:pt x="0" y="0"/>
                  </a:moveTo>
                  <a:lnTo>
                    <a:pt x="303130" y="0"/>
                  </a:lnTo>
                  <a:lnTo>
                    <a:pt x="303130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10.8m</a:t>
              </a:r>
            </a:p>
          </p:txBody>
        </p:sp>
        <p:sp>
          <p:nvSpPr>
            <p:cNvPr id="540" name="Rectangle">
              <a:extLst>
                <a:ext uri="{FF2B5EF4-FFF2-40B4-BE49-F238E27FC236}">
                  <a16:creationId xmlns:a16="http://schemas.microsoft.com/office/drawing/2014/main" id="{BA87C1C8-B0B9-6A96-6A6E-211AE640AA38}"/>
                </a:ext>
              </a:extLst>
            </p:cNvPr>
            <p:cNvSpPr/>
            <p:nvPr/>
          </p:nvSpPr>
          <p:spPr>
            <a:xfrm>
              <a:off x="7100" y="5757"/>
              <a:ext cx="1196" cy="299"/>
            </a:xfrm>
            <a:custGeom>
              <a:avLst/>
              <a:gdLst/>
              <a:ahLst/>
              <a:cxnLst/>
              <a:rect l="l" t="t" r="r" b="b"/>
              <a:pathLst>
                <a:path w="759382" h="190000" stroke="0">
                  <a:moveTo>
                    <a:pt x="0" y="0"/>
                  </a:moveTo>
                  <a:lnTo>
                    <a:pt x="759382" y="0"/>
                  </a:lnTo>
                  <a:lnTo>
                    <a:pt x="759382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759382" h="190000" fill="none">
                  <a:moveTo>
                    <a:pt x="0" y="0"/>
                  </a:moveTo>
                  <a:lnTo>
                    <a:pt x="759382" y="0"/>
                  </a:lnTo>
                  <a:lnTo>
                    <a:pt x="759382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95m</a:t>
              </a:r>
            </a:p>
          </p:txBody>
        </p:sp>
        <p:sp>
          <p:nvSpPr>
            <p:cNvPr id="541" name="Rectangle">
              <a:extLst>
                <a:ext uri="{FF2B5EF4-FFF2-40B4-BE49-F238E27FC236}">
                  <a16:creationId xmlns:a16="http://schemas.microsoft.com/office/drawing/2014/main" id="{619C1E5A-5BB0-059F-2452-83F44DFA96A0}"/>
                </a:ext>
              </a:extLst>
            </p:cNvPr>
            <p:cNvSpPr/>
            <p:nvPr/>
          </p:nvSpPr>
          <p:spPr>
            <a:xfrm rot="19320000">
              <a:off x="5385" y="6037"/>
              <a:ext cx="902" cy="379"/>
            </a:xfrm>
            <a:custGeom>
              <a:avLst/>
              <a:gdLst>
                <a:gd name="rtr" fmla="*/ 572500 w 572500"/>
                <a:gd name="rtb" fmla="*/ 319200 h 319200"/>
              </a:gdLst>
              <a:ahLst/>
              <a:cxnLst/>
              <a:rect l="l" t="t" r="rtr" b="rtb"/>
              <a:pathLst>
                <a:path w="572500" h="319200" stroke="0">
                  <a:moveTo>
                    <a:pt x="0" y="0"/>
                  </a:moveTo>
                  <a:lnTo>
                    <a:pt x="572500" y="0"/>
                  </a:lnTo>
                  <a:lnTo>
                    <a:pt x="572500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  <a:path w="572500" h="319200" fill="none">
                  <a:moveTo>
                    <a:pt x="0" y="0"/>
                  </a:moveTo>
                  <a:lnTo>
                    <a:pt x="572500" y="0"/>
                  </a:lnTo>
                  <a:lnTo>
                    <a:pt x="572500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16.7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</a:t>
              </a:r>
            </a:p>
          </p:txBody>
        </p:sp>
        <p:sp>
          <p:nvSpPr>
            <p:cNvPr id="543" name="Rectangle">
              <a:extLst>
                <a:ext uri="{FF2B5EF4-FFF2-40B4-BE49-F238E27FC236}">
                  <a16:creationId xmlns:a16="http://schemas.microsoft.com/office/drawing/2014/main" id="{B8542383-60C2-BB6B-EBCA-A0EDF70CD938}"/>
                </a:ext>
              </a:extLst>
            </p:cNvPr>
            <p:cNvSpPr/>
            <p:nvPr/>
          </p:nvSpPr>
          <p:spPr>
            <a:xfrm>
              <a:off x="6043" y="2136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154.5m</a:t>
              </a:r>
            </a:p>
          </p:txBody>
        </p:sp>
        <p:sp>
          <p:nvSpPr>
            <p:cNvPr id="544" name="Rectangle">
              <a:extLst>
                <a:ext uri="{FF2B5EF4-FFF2-40B4-BE49-F238E27FC236}">
                  <a16:creationId xmlns:a16="http://schemas.microsoft.com/office/drawing/2014/main" id="{282C8456-99C7-6CE0-F1AC-328CC35CB58B}"/>
                </a:ext>
              </a:extLst>
            </p:cNvPr>
            <p:cNvSpPr/>
            <p:nvPr/>
          </p:nvSpPr>
          <p:spPr>
            <a:xfrm rot="19800000">
              <a:off x="4048" y="6653"/>
              <a:ext cx="1494" cy="299"/>
            </a:xfrm>
            <a:custGeom>
              <a:avLst/>
              <a:gdLst>
                <a:gd name="rtr" fmla="*/ 948581 w 948581"/>
                <a:gd name="rtb" fmla="*/ 190000 h 190000"/>
              </a:gdLst>
              <a:ahLst/>
              <a:cxnLst/>
              <a:rect l="l" t="t" r="rtr" b="rtb"/>
              <a:pathLst>
                <a:path w="948581" h="190000" stroke="0">
                  <a:moveTo>
                    <a:pt x="0" y="0"/>
                  </a:moveTo>
                  <a:lnTo>
                    <a:pt x="948581" y="0"/>
                  </a:lnTo>
                  <a:lnTo>
                    <a:pt x="948581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948581" h="190000" fill="none">
                  <a:moveTo>
                    <a:pt x="0" y="0"/>
                  </a:moveTo>
                  <a:lnTo>
                    <a:pt x="948581" y="0"/>
                  </a:lnTo>
                  <a:lnTo>
                    <a:pt x="948581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40.7m</a:t>
              </a:r>
            </a:p>
          </p:txBody>
        </p:sp>
        <p:sp>
          <p:nvSpPr>
            <p:cNvPr id="545" name="Rectangle">
              <a:extLst>
                <a:ext uri="{FF2B5EF4-FFF2-40B4-BE49-F238E27FC236}">
                  <a16:creationId xmlns:a16="http://schemas.microsoft.com/office/drawing/2014/main" id="{1EC720A1-8463-5030-2849-48F667E82CCB}"/>
                </a:ext>
              </a:extLst>
            </p:cNvPr>
            <p:cNvSpPr/>
            <p:nvPr/>
          </p:nvSpPr>
          <p:spPr>
            <a:xfrm rot="19800000">
              <a:off x="2749" y="7418"/>
              <a:ext cx="1494" cy="299"/>
            </a:xfrm>
            <a:custGeom>
              <a:avLst/>
              <a:gdLst>
                <a:gd name="rtr" fmla="*/ 948579 w 948579"/>
                <a:gd name="rtb" fmla="*/ 190000 h 190000"/>
              </a:gdLst>
              <a:ahLst/>
              <a:cxnLst/>
              <a:rect l="l" t="t" r="rtr" b="rtb"/>
              <a:pathLst>
                <a:path w="948579" h="190000" stroke="0">
                  <a:moveTo>
                    <a:pt x="0" y="0"/>
                  </a:moveTo>
                  <a:lnTo>
                    <a:pt x="948579" y="0"/>
                  </a:lnTo>
                  <a:lnTo>
                    <a:pt x="948579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948579" h="190000" fill="none">
                  <a:moveTo>
                    <a:pt x="0" y="0"/>
                  </a:moveTo>
                  <a:lnTo>
                    <a:pt x="948579" y="0"/>
                  </a:lnTo>
                  <a:lnTo>
                    <a:pt x="948579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35m</a:t>
              </a:r>
            </a:p>
          </p:txBody>
        </p:sp>
        <p:sp>
          <p:nvSpPr>
            <p:cNvPr id="546" name="Rectangle">
              <a:extLst>
                <a:ext uri="{FF2B5EF4-FFF2-40B4-BE49-F238E27FC236}">
                  <a16:creationId xmlns:a16="http://schemas.microsoft.com/office/drawing/2014/main" id="{B33F30EA-50BB-5247-8390-11DA34149979}"/>
                </a:ext>
              </a:extLst>
            </p:cNvPr>
            <p:cNvSpPr/>
            <p:nvPr/>
          </p:nvSpPr>
          <p:spPr>
            <a:xfrm rot="19800000">
              <a:off x="1668" y="8191"/>
              <a:ext cx="922" cy="211"/>
            </a:xfrm>
            <a:custGeom>
              <a:avLst/>
              <a:gdLst>
                <a:gd name="rtr" fmla="*/ 1243191 w 1243191"/>
                <a:gd name="rtb" fmla="*/ 190000 h 190000"/>
              </a:gdLst>
              <a:ahLst/>
              <a:cxnLst/>
              <a:rect l="l" t="t" r="rtr" b="rtb"/>
              <a:pathLst>
                <a:path w="1243191" h="190000" stroke="0">
                  <a:moveTo>
                    <a:pt x="0" y="0"/>
                  </a:moveTo>
                  <a:lnTo>
                    <a:pt x="1243191" y="0"/>
                  </a:lnTo>
                  <a:lnTo>
                    <a:pt x="1243191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1243191" h="190000" fill="none">
                  <a:moveTo>
                    <a:pt x="0" y="0"/>
                  </a:moveTo>
                  <a:lnTo>
                    <a:pt x="1243191" y="0"/>
                  </a:lnTo>
                  <a:lnTo>
                    <a:pt x="1243191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44m</a:t>
              </a:r>
            </a:p>
          </p:txBody>
        </p:sp>
        <p:sp>
          <p:nvSpPr>
            <p:cNvPr id="547" name="Rectangle">
              <a:extLst>
                <a:ext uri="{FF2B5EF4-FFF2-40B4-BE49-F238E27FC236}">
                  <a16:creationId xmlns:a16="http://schemas.microsoft.com/office/drawing/2014/main" id="{C1202F3F-59D9-6FC4-1B92-C71373D848B1}"/>
                </a:ext>
              </a:extLst>
            </p:cNvPr>
            <p:cNvSpPr/>
            <p:nvPr/>
          </p:nvSpPr>
          <p:spPr>
            <a:xfrm rot="20700000">
              <a:off x="1427" y="7389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100m</a:t>
              </a:r>
            </a:p>
          </p:txBody>
        </p:sp>
        <p:sp>
          <p:nvSpPr>
            <p:cNvPr id="548" name="Rectangle">
              <a:extLst>
                <a:ext uri="{FF2B5EF4-FFF2-40B4-BE49-F238E27FC236}">
                  <a16:creationId xmlns:a16="http://schemas.microsoft.com/office/drawing/2014/main" id="{B0196D67-6864-315B-B3F4-922C7E3CB81F}"/>
                </a:ext>
              </a:extLst>
            </p:cNvPr>
            <p:cNvSpPr/>
            <p:nvPr/>
          </p:nvSpPr>
          <p:spPr>
            <a:xfrm rot="21000000">
              <a:off x="343" y="7748"/>
              <a:ext cx="574" cy="244"/>
            </a:xfrm>
            <a:custGeom>
              <a:avLst/>
              <a:gdLst/>
              <a:ahLst/>
              <a:cxnLst/>
              <a:rect l="l" t="t" r="r" b="b"/>
              <a:pathLst>
                <a:path w="364439" h="577600" stroke="0">
                  <a:moveTo>
                    <a:pt x="0" y="0"/>
                  </a:moveTo>
                  <a:lnTo>
                    <a:pt x="364439" y="0"/>
                  </a:lnTo>
                  <a:lnTo>
                    <a:pt x="364439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  <a:path w="364439" h="577600" fill="none">
                  <a:moveTo>
                    <a:pt x="0" y="0"/>
                  </a:moveTo>
                  <a:lnTo>
                    <a:pt x="364439" y="0"/>
                  </a:lnTo>
                  <a:lnTo>
                    <a:pt x="364439" y="577600"/>
                  </a:lnTo>
                  <a:lnTo>
                    <a:pt x="0" y="57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9.1m</a:t>
              </a:r>
            </a:p>
          </p:txBody>
        </p:sp>
        <p:sp>
          <p:nvSpPr>
            <p:cNvPr id="550" name="Rectangle">
              <a:extLst>
                <a:ext uri="{FF2B5EF4-FFF2-40B4-BE49-F238E27FC236}">
                  <a16:creationId xmlns:a16="http://schemas.microsoft.com/office/drawing/2014/main" id="{F37562F5-448F-228C-4D4C-F1AD06CD9899}"/>
                </a:ext>
              </a:extLst>
            </p:cNvPr>
            <p:cNvSpPr/>
            <p:nvPr/>
          </p:nvSpPr>
          <p:spPr>
            <a:xfrm rot="2700000">
              <a:off x="2946" y="4748"/>
              <a:ext cx="765" cy="317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90.1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</a:t>
              </a:r>
            </a:p>
          </p:txBody>
        </p:sp>
        <p:sp>
          <p:nvSpPr>
            <p:cNvPr id="551" name="Rectangle">
              <a:extLst>
                <a:ext uri="{FF2B5EF4-FFF2-40B4-BE49-F238E27FC236}">
                  <a16:creationId xmlns:a16="http://schemas.microsoft.com/office/drawing/2014/main" id="{65820BE4-4541-7E77-D927-36CBF310DE95}"/>
                </a:ext>
              </a:extLst>
            </p:cNvPr>
            <p:cNvSpPr/>
            <p:nvPr/>
          </p:nvSpPr>
          <p:spPr>
            <a:xfrm rot="18000000">
              <a:off x="-3003" y="5201"/>
              <a:ext cx="1436" cy="311"/>
            </a:xfrm>
            <a:custGeom>
              <a:avLst/>
              <a:gdLst>
                <a:gd name="rtr" fmla="*/ 912000 w 912000"/>
                <a:gd name="rtb" fmla="*/ 197600 h 197600"/>
              </a:gdLst>
              <a:ahLst/>
              <a:cxnLst/>
              <a:rect l="l" t="t" r="rtr" b="rt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74.9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包含警冲标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)</a:t>
              </a:r>
              <a:endPara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2" name="Rectangle">
              <a:extLst>
                <a:ext uri="{FF2B5EF4-FFF2-40B4-BE49-F238E27FC236}">
                  <a16:creationId xmlns:a16="http://schemas.microsoft.com/office/drawing/2014/main" id="{2E3EBE0C-F643-2A79-79FB-CC471FA3017C}"/>
                </a:ext>
              </a:extLst>
            </p:cNvPr>
            <p:cNvSpPr/>
            <p:nvPr/>
          </p:nvSpPr>
          <p:spPr>
            <a:xfrm>
              <a:off x="-2496" y="4057"/>
              <a:ext cx="738" cy="280"/>
            </a:xfrm>
            <a:custGeom>
              <a:avLst/>
              <a:gdLst/>
              <a:ahLst/>
              <a:cxnLst/>
              <a:rect l="l" t="t" r="r" b="b"/>
              <a:pathLst>
                <a:path w="601243" h="319200" stroke="0">
                  <a:moveTo>
                    <a:pt x="0" y="0"/>
                  </a:moveTo>
                  <a:lnTo>
                    <a:pt x="601243" y="0"/>
                  </a:lnTo>
                  <a:lnTo>
                    <a:pt x="601243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  <a:path w="601243" h="319200" fill="none">
                  <a:moveTo>
                    <a:pt x="0" y="0"/>
                  </a:moveTo>
                  <a:lnTo>
                    <a:pt x="601243" y="0"/>
                  </a:lnTo>
                  <a:lnTo>
                    <a:pt x="601243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45.2m</a:t>
              </a:r>
            </a:p>
          </p:txBody>
        </p:sp>
        <p:sp>
          <p:nvSpPr>
            <p:cNvPr id="553" name="Rectangle">
              <a:extLst>
                <a:ext uri="{FF2B5EF4-FFF2-40B4-BE49-F238E27FC236}">
                  <a16:creationId xmlns:a16="http://schemas.microsoft.com/office/drawing/2014/main" id="{2D4FC9A2-1EE2-C78A-84D8-D01675E3D55E}"/>
                </a:ext>
              </a:extLst>
            </p:cNvPr>
            <p:cNvSpPr/>
            <p:nvPr/>
          </p:nvSpPr>
          <p:spPr>
            <a:xfrm>
              <a:off x="-3414" y="4056"/>
              <a:ext cx="635" cy="280"/>
            </a:xfrm>
            <a:custGeom>
              <a:avLst/>
              <a:gdLst/>
              <a:ahLst/>
              <a:cxnLst/>
              <a:rect l="l" t="t" r="r" b="b"/>
              <a:pathLst>
                <a:path w="492555" h="319200" stroke="0">
                  <a:moveTo>
                    <a:pt x="0" y="0"/>
                  </a:moveTo>
                  <a:lnTo>
                    <a:pt x="492555" y="0"/>
                  </a:lnTo>
                  <a:lnTo>
                    <a:pt x="492555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  <a:path w="492555" h="319200" fill="none">
                  <a:moveTo>
                    <a:pt x="0" y="0"/>
                  </a:moveTo>
                  <a:lnTo>
                    <a:pt x="492555" y="0"/>
                  </a:lnTo>
                  <a:lnTo>
                    <a:pt x="492555" y="319200"/>
                  </a:lnTo>
                  <a:lnTo>
                    <a:pt x="0" y="319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55m</a:t>
              </a:r>
            </a:p>
          </p:txBody>
        </p:sp>
        <p:sp>
          <p:nvSpPr>
            <p:cNvPr id="554" name="Rectangle">
              <a:extLst>
                <a:ext uri="{FF2B5EF4-FFF2-40B4-BE49-F238E27FC236}">
                  <a16:creationId xmlns:a16="http://schemas.microsoft.com/office/drawing/2014/main" id="{72A5A7A6-3316-4392-BCEC-2284A8439001}"/>
                </a:ext>
              </a:extLst>
            </p:cNvPr>
            <p:cNvSpPr/>
            <p:nvPr/>
          </p:nvSpPr>
          <p:spPr>
            <a:xfrm>
              <a:off x="-5015" y="4369"/>
              <a:ext cx="1402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33.8m</a:t>
              </a:r>
            </a:p>
          </p:txBody>
        </p:sp>
        <p:sp>
          <p:nvSpPr>
            <p:cNvPr id="555" name="Rectangle">
              <a:extLst>
                <a:ext uri="{FF2B5EF4-FFF2-40B4-BE49-F238E27FC236}">
                  <a16:creationId xmlns:a16="http://schemas.microsoft.com/office/drawing/2014/main" id="{AF6E403E-FBD5-F0FD-5AB6-42CBCC4925B9}"/>
                </a:ext>
              </a:extLst>
            </p:cNvPr>
            <p:cNvSpPr/>
            <p:nvPr/>
          </p:nvSpPr>
          <p:spPr>
            <a:xfrm>
              <a:off x="-4705" y="5010"/>
              <a:ext cx="916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34.4m</a:t>
              </a:r>
            </a:p>
          </p:txBody>
        </p:sp>
        <p:sp>
          <p:nvSpPr>
            <p:cNvPr id="556" name="Rectangle">
              <a:extLst>
                <a:ext uri="{FF2B5EF4-FFF2-40B4-BE49-F238E27FC236}">
                  <a16:creationId xmlns:a16="http://schemas.microsoft.com/office/drawing/2014/main" id="{3E05A2FE-93F9-0F5D-7935-96AD3C641DF7}"/>
                </a:ext>
              </a:extLst>
            </p:cNvPr>
            <p:cNvSpPr/>
            <p:nvPr/>
          </p:nvSpPr>
          <p:spPr>
            <a:xfrm>
              <a:off x="-4673" y="5737"/>
              <a:ext cx="988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87.6m</a:t>
              </a:r>
            </a:p>
          </p:txBody>
        </p:sp>
        <p:sp>
          <p:nvSpPr>
            <p:cNvPr id="557" name="Rectangle">
              <a:extLst>
                <a:ext uri="{FF2B5EF4-FFF2-40B4-BE49-F238E27FC236}">
                  <a16:creationId xmlns:a16="http://schemas.microsoft.com/office/drawing/2014/main" id="{247D2204-2687-0C94-539F-B7EBBF9A5EE0}"/>
                </a:ext>
              </a:extLst>
            </p:cNvPr>
            <p:cNvSpPr/>
            <p:nvPr/>
          </p:nvSpPr>
          <p:spPr>
            <a:xfrm>
              <a:off x="-4600" y="6295"/>
              <a:ext cx="867" cy="218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63m</a:t>
              </a:r>
            </a:p>
          </p:txBody>
        </p:sp>
        <p:sp>
          <p:nvSpPr>
            <p:cNvPr id="558" name="Rectangle">
              <a:extLst>
                <a:ext uri="{FF2B5EF4-FFF2-40B4-BE49-F238E27FC236}">
                  <a16:creationId xmlns:a16="http://schemas.microsoft.com/office/drawing/2014/main" id="{E58F0070-3FC0-CE65-A5C6-7F19323E0627}"/>
                </a:ext>
              </a:extLst>
            </p:cNvPr>
            <p:cNvSpPr/>
            <p:nvPr/>
          </p:nvSpPr>
          <p:spPr>
            <a:xfrm>
              <a:off x="-4530" y="6848"/>
              <a:ext cx="989" cy="280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64.8m</a:t>
              </a:r>
            </a:p>
          </p:txBody>
        </p:sp>
        <p:sp>
          <p:nvSpPr>
            <p:cNvPr id="559" name="Rectangle">
              <a:extLst>
                <a:ext uri="{FF2B5EF4-FFF2-40B4-BE49-F238E27FC236}">
                  <a16:creationId xmlns:a16="http://schemas.microsoft.com/office/drawing/2014/main" id="{97D892B3-A969-AEB2-2943-2F2A504B33CE}"/>
                </a:ext>
              </a:extLst>
            </p:cNvPr>
            <p:cNvSpPr/>
            <p:nvPr/>
          </p:nvSpPr>
          <p:spPr>
            <a:xfrm>
              <a:off x="-6106" y="6858"/>
              <a:ext cx="758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47.3m</a:t>
              </a:r>
            </a:p>
          </p:txBody>
        </p:sp>
        <p:sp>
          <p:nvSpPr>
            <p:cNvPr id="560" name="Rectangle">
              <a:extLst>
                <a:ext uri="{FF2B5EF4-FFF2-40B4-BE49-F238E27FC236}">
                  <a16:creationId xmlns:a16="http://schemas.microsoft.com/office/drawing/2014/main" id="{B4B23E84-359D-3814-922E-FF99F6BF1523}"/>
                </a:ext>
              </a:extLst>
            </p:cNvPr>
            <p:cNvSpPr/>
            <p:nvPr/>
          </p:nvSpPr>
          <p:spPr>
            <a:xfrm>
              <a:off x="-6047" y="6307"/>
              <a:ext cx="673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49.3m</a:t>
              </a:r>
            </a:p>
          </p:txBody>
        </p:sp>
        <p:sp>
          <p:nvSpPr>
            <p:cNvPr id="561" name="Rectangle">
              <a:extLst>
                <a:ext uri="{FF2B5EF4-FFF2-40B4-BE49-F238E27FC236}">
                  <a16:creationId xmlns:a16="http://schemas.microsoft.com/office/drawing/2014/main" id="{32CF680D-9D41-F593-BEBA-E80FCF8CBA0B}"/>
                </a:ext>
              </a:extLst>
            </p:cNvPr>
            <p:cNvSpPr/>
            <p:nvPr/>
          </p:nvSpPr>
          <p:spPr>
            <a:xfrm>
              <a:off x="-6076" y="5740"/>
              <a:ext cx="717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.3m</a:t>
              </a:r>
            </a:p>
          </p:txBody>
        </p:sp>
        <p:sp>
          <p:nvSpPr>
            <p:cNvPr id="562" name="Rectangle">
              <a:extLst>
                <a:ext uri="{FF2B5EF4-FFF2-40B4-BE49-F238E27FC236}">
                  <a16:creationId xmlns:a16="http://schemas.microsoft.com/office/drawing/2014/main" id="{C2356956-D877-DDFD-03A6-F57E1C124904}"/>
                </a:ext>
              </a:extLst>
            </p:cNvPr>
            <p:cNvSpPr/>
            <p:nvPr/>
          </p:nvSpPr>
          <p:spPr>
            <a:xfrm>
              <a:off x="-6028" y="4989"/>
              <a:ext cx="718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.3m</a:t>
              </a:r>
            </a:p>
          </p:txBody>
        </p:sp>
        <p:sp>
          <p:nvSpPr>
            <p:cNvPr id="563" name="Rectangle">
              <a:extLst>
                <a:ext uri="{FF2B5EF4-FFF2-40B4-BE49-F238E27FC236}">
                  <a16:creationId xmlns:a16="http://schemas.microsoft.com/office/drawing/2014/main" id="{68B44430-66D6-5D58-6C2B-FBD235F526A2}"/>
                </a:ext>
              </a:extLst>
            </p:cNvPr>
            <p:cNvSpPr/>
            <p:nvPr/>
          </p:nvSpPr>
          <p:spPr>
            <a:xfrm>
              <a:off x="-5983" y="4391"/>
              <a:ext cx="672" cy="299"/>
            </a:xfrm>
            <a:custGeom>
              <a:avLst/>
              <a:gdLst/>
              <a:ahLst/>
              <a:cxnLst/>
              <a:rect l="l" t="t" r="r" b="b"/>
              <a:pathLst>
                <a:path w="890120" h="190000" stroke="0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  <a:path w="890120" h="190000" fill="none">
                  <a:moveTo>
                    <a:pt x="0" y="0"/>
                  </a:moveTo>
                  <a:lnTo>
                    <a:pt x="890120" y="0"/>
                  </a:lnTo>
                  <a:lnTo>
                    <a:pt x="890120" y="190000"/>
                  </a:lnTo>
                  <a:lnTo>
                    <a:pt x="0" y="19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.3m</a:t>
              </a:r>
            </a:p>
          </p:txBody>
        </p:sp>
        <p:sp>
          <p:nvSpPr>
            <p:cNvPr id="565" name="Rectangle">
              <a:extLst>
                <a:ext uri="{FF2B5EF4-FFF2-40B4-BE49-F238E27FC236}">
                  <a16:creationId xmlns:a16="http://schemas.microsoft.com/office/drawing/2014/main" id="{23671557-4B16-8B7A-D0BB-5DE18C668363}"/>
                </a:ext>
              </a:extLst>
            </p:cNvPr>
            <p:cNvSpPr/>
            <p:nvPr/>
          </p:nvSpPr>
          <p:spPr>
            <a:xfrm>
              <a:off x="16656" y="3017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45.4m</a:t>
              </a:r>
            </a:p>
          </p:txBody>
        </p:sp>
        <p:sp>
          <p:nvSpPr>
            <p:cNvPr id="2" name="标签">
              <a:extLst>
                <a:ext uri="{FF2B5EF4-FFF2-40B4-BE49-F238E27FC236}">
                  <a16:creationId xmlns:a16="http://schemas.microsoft.com/office/drawing/2014/main" id="{5409DDF4-3CA7-C074-787C-98273522AA4C}"/>
                </a:ext>
              </a:extLst>
            </p:cNvPr>
            <p:cNvSpPr/>
            <p:nvPr/>
          </p:nvSpPr>
          <p:spPr>
            <a:xfrm rot="18780000">
              <a:off x="18140" y="2809"/>
              <a:ext cx="808" cy="406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</a:p>
          </p:txBody>
        </p:sp>
        <p:sp>
          <p:nvSpPr>
            <p:cNvPr id="3" name="标签">
              <a:extLst>
                <a:ext uri="{FF2B5EF4-FFF2-40B4-BE49-F238E27FC236}">
                  <a16:creationId xmlns:a16="http://schemas.microsoft.com/office/drawing/2014/main" id="{4D6D5BDA-FDBE-E048-5E71-06C84DAEF24C}"/>
                </a:ext>
              </a:extLst>
            </p:cNvPr>
            <p:cNvSpPr/>
            <p:nvPr/>
          </p:nvSpPr>
          <p:spPr>
            <a:xfrm>
              <a:off x="17782" y="181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</a:p>
          </p:txBody>
        </p:sp>
        <p:sp>
          <p:nvSpPr>
            <p:cNvPr id="4" name="标签">
              <a:extLst>
                <a:ext uri="{FF2B5EF4-FFF2-40B4-BE49-F238E27FC236}">
                  <a16:creationId xmlns:a16="http://schemas.microsoft.com/office/drawing/2014/main" id="{0CACEE16-8AEE-FC41-F34E-D03ACC5D6B79}"/>
                </a:ext>
              </a:extLst>
            </p:cNvPr>
            <p:cNvSpPr/>
            <p:nvPr/>
          </p:nvSpPr>
          <p:spPr>
            <a:xfrm>
              <a:off x="17001" y="2704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</a:p>
          </p:txBody>
        </p:sp>
        <p:sp>
          <p:nvSpPr>
            <p:cNvPr id="6" name="标签">
              <a:extLst>
                <a:ext uri="{FF2B5EF4-FFF2-40B4-BE49-F238E27FC236}">
                  <a16:creationId xmlns:a16="http://schemas.microsoft.com/office/drawing/2014/main" id="{29E79E5F-E7BF-0499-02EA-AFE8DE078610}"/>
                </a:ext>
              </a:extLst>
            </p:cNvPr>
            <p:cNvSpPr/>
            <p:nvPr/>
          </p:nvSpPr>
          <p:spPr>
            <a:xfrm rot="18840000">
              <a:off x="17011" y="4079"/>
              <a:ext cx="808" cy="406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临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</a:p>
          </p:txBody>
        </p:sp>
        <p:sp>
          <p:nvSpPr>
            <p:cNvPr id="7" name="标签">
              <a:extLst>
                <a:ext uri="{FF2B5EF4-FFF2-40B4-BE49-F238E27FC236}">
                  <a16:creationId xmlns:a16="http://schemas.microsoft.com/office/drawing/2014/main" id="{5B307456-4F8F-F99A-F281-8ED7EF5D72D5}"/>
                </a:ext>
              </a:extLst>
            </p:cNvPr>
            <p:cNvSpPr/>
            <p:nvPr/>
          </p:nvSpPr>
          <p:spPr>
            <a:xfrm>
              <a:off x="6539" y="1794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存4南</a:t>
              </a:r>
            </a:p>
          </p:txBody>
        </p:sp>
        <p:sp>
          <p:nvSpPr>
            <p:cNvPr id="8" name="标签">
              <a:extLst>
                <a:ext uri="{FF2B5EF4-FFF2-40B4-BE49-F238E27FC236}">
                  <a16:creationId xmlns:a16="http://schemas.microsoft.com/office/drawing/2014/main" id="{9913DF5F-FE6A-3568-0274-8B97A8F6E42F}"/>
                </a:ext>
              </a:extLst>
            </p:cNvPr>
            <p:cNvSpPr/>
            <p:nvPr/>
          </p:nvSpPr>
          <p:spPr>
            <a:xfrm>
              <a:off x="8296" y="840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存5南</a:t>
              </a:r>
            </a:p>
          </p:txBody>
        </p:sp>
        <p:sp>
          <p:nvSpPr>
            <p:cNvPr id="9" name="标签">
              <a:extLst>
                <a:ext uri="{FF2B5EF4-FFF2-40B4-BE49-F238E27FC236}">
                  <a16:creationId xmlns:a16="http://schemas.microsoft.com/office/drawing/2014/main" id="{5BEC7B32-D031-350D-94B9-48FFD64CC8EA}"/>
                </a:ext>
              </a:extLst>
            </p:cNvPr>
            <p:cNvSpPr/>
            <p:nvPr/>
          </p:nvSpPr>
          <p:spPr>
            <a:xfrm rot="18480000">
              <a:off x="14590" y="5720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临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</a:p>
          </p:txBody>
        </p:sp>
        <p:sp>
          <p:nvSpPr>
            <p:cNvPr id="10" name="标签">
              <a:extLst>
                <a:ext uri="{FF2B5EF4-FFF2-40B4-BE49-F238E27FC236}">
                  <a16:creationId xmlns:a16="http://schemas.microsoft.com/office/drawing/2014/main" id="{944B7141-8C21-0EE5-6A55-01D61BF62325}"/>
                </a:ext>
              </a:extLst>
            </p:cNvPr>
            <p:cNvSpPr/>
            <p:nvPr/>
          </p:nvSpPr>
          <p:spPr>
            <a:xfrm rot="20700000">
              <a:off x="11869" y="6479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</a:p>
          </p:txBody>
        </p:sp>
        <p:sp>
          <p:nvSpPr>
            <p:cNvPr id="11" name="标签">
              <a:extLst>
                <a:ext uri="{FF2B5EF4-FFF2-40B4-BE49-F238E27FC236}">
                  <a16:creationId xmlns:a16="http://schemas.microsoft.com/office/drawing/2014/main" id="{28B0FA08-DFAE-7F0B-E8C5-5789DA4CC2EF}"/>
                </a:ext>
              </a:extLst>
            </p:cNvPr>
            <p:cNvSpPr/>
            <p:nvPr/>
          </p:nvSpPr>
          <p:spPr>
            <a:xfrm>
              <a:off x="12423" y="547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</a:t>
              </a:r>
            </a:p>
          </p:txBody>
        </p:sp>
        <p:sp>
          <p:nvSpPr>
            <p:cNvPr id="12" name="标签">
              <a:extLst>
                <a:ext uri="{FF2B5EF4-FFF2-40B4-BE49-F238E27FC236}">
                  <a16:creationId xmlns:a16="http://schemas.microsoft.com/office/drawing/2014/main" id="{43590ABA-C57E-83B6-855F-88507078F40F}"/>
                </a:ext>
              </a:extLst>
            </p:cNvPr>
            <p:cNvSpPr/>
            <p:nvPr/>
          </p:nvSpPr>
          <p:spPr>
            <a:xfrm>
              <a:off x="11526" y="5157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</a:t>
              </a:r>
            </a:p>
          </p:txBody>
        </p:sp>
        <p:sp>
          <p:nvSpPr>
            <p:cNvPr id="13" name="标签">
              <a:extLst>
                <a:ext uri="{FF2B5EF4-FFF2-40B4-BE49-F238E27FC236}">
                  <a16:creationId xmlns:a16="http://schemas.microsoft.com/office/drawing/2014/main" id="{B1637D43-CCD7-3D63-27D3-84C0CACBB9CB}"/>
                </a:ext>
              </a:extLst>
            </p:cNvPr>
            <p:cNvSpPr/>
            <p:nvPr/>
          </p:nvSpPr>
          <p:spPr>
            <a:xfrm>
              <a:off x="10438" y="4263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</a:t>
              </a:r>
            </a:p>
          </p:txBody>
        </p:sp>
        <p:sp>
          <p:nvSpPr>
            <p:cNvPr id="14" name="标签">
              <a:extLst>
                <a:ext uri="{FF2B5EF4-FFF2-40B4-BE49-F238E27FC236}">
                  <a16:creationId xmlns:a16="http://schemas.microsoft.com/office/drawing/2014/main" id="{9B6AEB7F-0B2F-2205-04F9-CEF2BB87FB3E}"/>
                </a:ext>
              </a:extLst>
            </p:cNvPr>
            <p:cNvSpPr/>
            <p:nvPr/>
          </p:nvSpPr>
          <p:spPr>
            <a:xfrm rot="19800000">
              <a:off x="4144" y="6359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chemeClr val="accent4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临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</a:p>
          </p:txBody>
        </p:sp>
        <p:sp>
          <p:nvSpPr>
            <p:cNvPr id="15" name="标签">
              <a:extLst>
                <a:ext uri="{FF2B5EF4-FFF2-40B4-BE49-F238E27FC236}">
                  <a16:creationId xmlns:a16="http://schemas.microsoft.com/office/drawing/2014/main" id="{5A64D52F-CBD1-A35A-3FF3-7225EFE5790C}"/>
                </a:ext>
              </a:extLst>
            </p:cNvPr>
            <p:cNvSpPr/>
            <p:nvPr/>
          </p:nvSpPr>
          <p:spPr>
            <a:xfrm rot="2460000">
              <a:off x="3600" y="4866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临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</a:p>
          </p:txBody>
        </p:sp>
        <p:sp>
          <p:nvSpPr>
            <p:cNvPr id="16" name="标签">
              <a:extLst>
                <a:ext uri="{FF2B5EF4-FFF2-40B4-BE49-F238E27FC236}">
                  <a16:creationId xmlns:a16="http://schemas.microsoft.com/office/drawing/2014/main" id="{3B20F368-019B-4582-703E-D676B8877436}"/>
                </a:ext>
              </a:extLst>
            </p:cNvPr>
            <p:cNvSpPr/>
            <p:nvPr/>
          </p:nvSpPr>
          <p:spPr>
            <a:xfrm rot="19020000">
              <a:off x="3990" y="3250"/>
              <a:ext cx="704" cy="294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</a:t>
              </a:r>
            </a:p>
          </p:txBody>
        </p:sp>
        <p:sp>
          <p:nvSpPr>
            <p:cNvPr id="17" name="标签">
              <a:extLst>
                <a:ext uri="{FF2B5EF4-FFF2-40B4-BE49-F238E27FC236}">
                  <a16:creationId xmlns:a16="http://schemas.microsoft.com/office/drawing/2014/main" id="{E993A489-020A-AD14-4FDD-CF6E0445B3D5}"/>
                </a:ext>
              </a:extLst>
            </p:cNvPr>
            <p:cNvSpPr/>
            <p:nvPr/>
          </p:nvSpPr>
          <p:spPr>
            <a:xfrm>
              <a:off x="2774" y="3503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</a:t>
              </a:r>
            </a:p>
          </p:txBody>
        </p:sp>
        <p:sp>
          <p:nvSpPr>
            <p:cNvPr id="18" name="标签">
              <a:extLst>
                <a:ext uri="{FF2B5EF4-FFF2-40B4-BE49-F238E27FC236}">
                  <a16:creationId xmlns:a16="http://schemas.microsoft.com/office/drawing/2014/main" id="{DE36FDBF-D4D4-A59F-FE9E-31A37C9B81C8}"/>
                </a:ext>
              </a:extLst>
            </p:cNvPr>
            <p:cNvSpPr/>
            <p:nvPr/>
          </p:nvSpPr>
          <p:spPr>
            <a:xfrm>
              <a:off x="1535" y="3515"/>
              <a:ext cx="96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</a:p>
          </p:txBody>
        </p:sp>
        <p:sp>
          <p:nvSpPr>
            <p:cNvPr id="19" name="标签">
              <a:extLst>
                <a:ext uri="{FF2B5EF4-FFF2-40B4-BE49-F238E27FC236}">
                  <a16:creationId xmlns:a16="http://schemas.microsoft.com/office/drawing/2014/main" id="{FD7128BF-22C7-AFA6-2F8B-47C22097936E}"/>
                </a:ext>
              </a:extLst>
            </p:cNvPr>
            <p:cNvSpPr/>
            <p:nvPr/>
          </p:nvSpPr>
          <p:spPr>
            <a:xfrm rot="20940000">
              <a:off x="-681" y="7383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洗南</a:t>
              </a:r>
            </a:p>
          </p:txBody>
        </p:sp>
        <p:sp>
          <p:nvSpPr>
            <p:cNvPr id="20" name="标签">
              <a:extLst>
                <a:ext uri="{FF2B5EF4-FFF2-40B4-BE49-F238E27FC236}">
                  <a16:creationId xmlns:a16="http://schemas.microsoft.com/office/drawing/2014/main" id="{6FC490AB-F4F6-E2EA-5471-E566D2AB6AEE}"/>
                </a:ext>
              </a:extLst>
            </p:cNvPr>
            <p:cNvSpPr/>
            <p:nvPr/>
          </p:nvSpPr>
          <p:spPr>
            <a:xfrm>
              <a:off x="-702" y="3506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联7</a:t>
              </a:r>
            </a:p>
          </p:txBody>
        </p:sp>
        <p:sp>
          <p:nvSpPr>
            <p:cNvPr id="21" name="标签">
              <a:extLst>
                <a:ext uri="{FF2B5EF4-FFF2-40B4-BE49-F238E27FC236}">
                  <a16:creationId xmlns:a16="http://schemas.microsoft.com/office/drawing/2014/main" id="{A244F7A7-AFC3-5E26-1C00-B9170F80E2AF}"/>
                </a:ext>
              </a:extLst>
            </p:cNvPr>
            <p:cNvSpPr/>
            <p:nvPr/>
          </p:nvSpPr>
          <p:spPr>
            <a:xfrm rot="18000000">
              <a:off x="-2359" y="5468"/>
              <a:ext cx="833" cy="406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</a:t>
              </a:r>
            </a:p>
          </p:txBody>
        </p:sp>
        <p:sp>
          <p:nvSpPr>
            <p:cNvPr id="22" name="标签">
              <a:extLst>
                <a:ext uri="{FF2B5EF4-FFF2-40B4-BE49-F238E27FC236}">
                  <a16:creationId xmlns:a16="http://schemas.microsoft.com/office/drawing/2014/main" id="{D0E9C65F-BB98-64C8-5308-C7E67F1C50C8}"/>
                </a:ext>
              </a:extLst>
            </p:cNvPr>
            <p:cNvSpPr/>
            <p:nvPr/>
          </p:nvSpPr>
          <p:spPr>
            <a:xfrm>
              <a:off x="-2401" y="3740"/>
              <a:ext cx="811" cy="348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12</a:t>
              </a:r>
            </a:p>
          </p:txBody>
        </p:sp>
        <p:sp>
          <p:nvSpPr>
            <p:cNvPr id="23" name="标签">
              <a:extLst>
                <a:ext uri="{FF2B5EF4-FFF2-40B4-BE49-F238E27FC236}">
                  <a16:creationId xmlns:a16="http://schemas.microsoft.com/office/drawing/2014/main" id="{AAC9C711-A7F9-4F50-E2BC-3AA21C59DBAE}"/>
                </a:ext>
              </a:extLst>
            </p:cNvPr>
            <p:cNvSpPr/>
            <p:nvPr/>
          </p:nvSpPr>
          <p:spPr>
            <a:xfrm>
              <a:off x="-3681" y="3750"/>
              <a:ext cx="87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13</a:t>
              </a:r>
            </a:p>
          </p:txBody>
        </p:sp>
        <p:sp>
          <p:nvSpPr>
            <p:cNvPr id="24" name="标签">
              <a:extLst>
                <a:ext uri="{FF2B5EF4-FFF2-40B4-BE49-F238E27FC236}">
                  <a16:creationId xmlns:a16="http://schemas.microsoft.com/office/drawing/2014/main" id="{CEC7061C-9D2D-C4C7-A70D-C571B39271A6}"/>
                </a:ext>
              </a:extLst>
            </p:cNvPr>
            <p:cNvSpPr/>
            <p:nvPr/>
          </p:nvSpPr>
          <p:spPr>
            <a:xfrm>
              <a:off x="-5983" y="7164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轮</a:t>
              </a:r>
            </a:p>
          </p:txBody>
        </p:sp>
        <p:sp>
          <p:nvSpPr>
            <p:cNvPr id="25" name="标签">
              <a:extLst>
                <a:ext uri="{FF2B5EF4-FFF2-40B4-BE49-F238E27FC236}">
                  <a16:creationId xmlns:a16="http://schemas.microsoft.com/office/drawing/2014/main" id="{AC36E56A-AFE4-220F-692E-F9BB2AC52E67}"/>
                </a:ext>
              </a:extLst>
            </p:cNvPr>
            <p:cNvSpPr/>
            <p:nvPr/>
          </p:nvSpPr>
          <p:spPr>
            <a:xfrm>
              <a:off x="-9329" y="3873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endPara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标签">
              <a:extLst>
                <a:ext uri="{FF2B5EF4-FFF2-40B4-BE49-F238E27FC236}">
                  <a16:creationId xmlns:a16="http://schemas.microsoft.com/office/drawing/2014/main" id="{A4098091-52CC-83FA-CD1E-E4001CF4A67E}"/>
                </a:ext>
              </a:extLst>
            </p:cNvPr>
            <p:cNvSpPr/>
            <p:nvPr/>
          </p:nvSpPr>
          <p:spPr>
            <a:xfrm>
              <a:off x="-6107" y="3889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</a:t>
              </a:r>
            </a:p>
          </p:txBody>
        </p:sp>
        <p:sp>
          <p:nvSpPr>
            <p:cNvPr id="27" name="标签">
              <a:extLst>
                <a:ext uri="{FF2B5EF4-FFF2-40B4-BE49-F238E27FC236}">
                  <a16:creationId xmlns:a16="http://schemas.microsoft.com/office/drawing/2014/main" id="{B98CCE4F-82D3-EA27-C000-B61FF8334079}"/>
                </a:ext>
              </a:extLst>
            </p:cNvPr>
            <p:cNvSpPr/>
            <p:nvPr/>
          </p:nvSpPr>
          <p:spPr>
            <a:xfrm>
              <a:off x="-9329" y="4657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标签">
              <a:extLst>
                <a:ext uri="{FF2B5EF4-FFF2-40B4-BE49-F238E27FC236}">
                  <a16:creationId xmlns:a16="http://schemas.microsoft.com/office/drawing/2014/main" id="{BBFF9E52-03CC-6426-DE56-059AE81C0D4E}"/>
                </a:ext>
              </a:extLst>
            </p:cNvPr>
            <p:cNvSpPr/>
            <p:nvPr/>
          </p:nvSpPr>
          <p:spPr>
            <a:xfrm>
              <a:off x="-9326" y="5314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</a:t>
              </a:r>
            </a:p>
          </p:txBody>
        </p:sp>
        <p:sp>
          <p:nvSpPr>
            <p:cNvPr id="29" name="标签">
              <a:extLst>
                <a:ext uri="{FF2B5EF4-FFF2-40B4-BE49-F238E27FC236}">
                  <a16:creationId xmlns:a16="http://schemas.microsoft.com/office/drawing/2014/main" id="{20D3A8DF-1E20-16F2-C663-B4B574841D6D}"/>
                </a:ext>
              </a:extLst>
            </p:cNvPr>
            <p:cNvSpPr/>
            <p:nvPr/>
          </p:nvSpPr>
          <p:spPr>
            <a:xfrm>
              <a:off x="-9342" y="5962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</a:t>
              </a:r>
            </a:p>
          </p:txBody>
        </p:sp>
        <p:sp>
          <p:nvSpPr>
            <p:cNvPr id="30" name="标签">
              <a:extLst>
                <a:ext uri="{FF2B5EF4-FFF2-40B4-BE49-F238E27FC236}">
                  <a16:creationId xmlns:a16="http://schemas.microsoft.com/office/drawing/2014/main" id="{C5CB2927-2AB1-A1AB-CFC1-B8FB870676EA}"/>
                </a:ext>
              </a:extLst>
            </p:cNvPr>
            <p:cNvSpPr/>
            <p:nvPr/>
          </p:nvSpPr>
          <p:spPr>
            <a:xfrm>
              <a:off x="-6107" y="4672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</a:t>
              </a:r>
            </a:p>
          </p:txBody>
        </p:sp>
        <p:sp>
          <p:nvSpPr>
            <p:cNvPr id="31" name="标签">
              <a:extLst>
                <a:ext uri="{FF2B5EF4-FFF2-40B4-BE49-F238E27FC236}">
                  <a16:creationId xmlns:a16="http://schemas.microsoft.com/office/drawing/2014/main" id="{DFDB17D9-25C6-6C42-3112-554D25414BF9}"/>
                </a:ext>
              </a:extLst>
            </p:cNvPr>
            <p:cNvSpPr/>
            <p:nvPr/>
          </p:nvSpPr>
          <p:spPr>
            <a:xfrm>
              <a:off x="-6107" y="5347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</a:t>
              </a:r>
            </a:p>
          </p:txBody>
        </p:sp>
        <p:sp>
          <p:nvSpPr>
            <p:cNvPr id="32" name="标签">
              <a:extLst>
                <a:ext uri="{FF2B5EF4-FFF2-40B4-BE49-F238E27FC236}">
                  <a16:creationId xmlns:a16="http://schemas.microsoft.com/office/drawing/2014/main" id="{8C23BE1D-5D1C-3CE7-B402-40CA6429B77B}"/>
                </a:ext>
              </a:extLst>
            </p:cNvPr>
            <p:cNvSpPr/>
            <p:nvPr/>
          </p:nvSpPr>
          <p:spPr>
            <a:xfrm>
              <a:off x="-6107" y="6000"/>
              <a:ext cx="991" cy="342"/>
            </a:xfrm>
            <a:custGeom>
              <a:avLst/>
              <a:gdLst>
                <a:gd name="connsiteX0" fmla="*/ 0 w 481480"/>
                <a:gd name="connsiteY0" fmla="*/ 98800 h 197600"/>
                <a:gd name="connsiteX1" fmla="*/ 240740 w 481480"/>
                <a:gd name="connsiteY1" fmla="*/ 0 h 197600"/>
                <a:gd name="connsiteX2" fmla="*/ 481480 w 481480"/>
                <a:gd name="connsiteY2" fmla="*/ 98800 h 197600"/>
                <a:gd name="connsiteX3" fmla="*/ 240740 w 481480"/>
                <a:gd name="connsiteY3" fmla="*/ 197600 h 197600"/>
                <a:gd name="rtl" fmla="*/ 30400 w 481480"/>
                <a:gd name="rtt" fmla="*/ 30400 h 197600"/>
                <a:gd name="rtr" fmla="*/ 451080 w 481480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81480" h="197600" stroke="0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81480" h="197600" fill="none">
                  <a:moveTo>
                    <a:pt x="35568" y="0"/>
                  </a:moveTo>
                  <a:lnTo>
                    <a:pt x="445912" y="0"/>
                  </a:lnTo>
                  <a:cubicBezTo>
                    <a:pt x="465556" y="0"/>
                    <a:pt x="481480" y="15924"/>
                    <a:pt x="481480" y="35568"/>
                  </a:cubicBezTo>
                  <a:lnTo>
                    <a:pt x="481480" y="162032"/>
                  </a:lnTo>
                  <a:cubicBezTo>
                    <a:pt x="481480" y="181676"/>
                    <a:pt x="465556" y="197600"/>
                    <a:pt x="445912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</a:t>
              </a:r>
              <a:r>
                <a:rPr lang="en-US" altLang="zh-CN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</a:t>
              </a:r>
            </a:p>
          </p:txBody>
        </p:sp>
        <p:sp>
          <p:nvSpPr>
            <p:cNvPr id="37" name="Rectangle">
              <a:extLst>
                <a:ext uri="{FF2B5EF4-FFF2-40B4-BE49-F238E27FC236}">
                  <a16:creationId xmlns:a16="http://schemas.microsoft.com/office/drawing/2014/main" id="{65F4F28F-A304-228F-D037-301CBAF187D1}"/>
                </a:ext>
              </a:extLst>
            </p:cNvPr>
            <p:cNvSpPr/>
            <p:nvPr/>
          </p:nvSpPr>
          <p:spPr>
            <a:xfrm>
              <a:off x="11957" y="8169"/>
              <a:ext cx="3689" cy="1777"/>
            </a:xfrm>
            <a:custGeom>
              <a:avLst/>
              <a:gdLst>
                <a:gd name="connsiteX0" fmla="*/ 0 w 1292598"/>
                <a:gd name="connsiteY0" fmla="*/ 823229 h 1646458"/>
                <a:gd name="connsiteX1" fmla="*/ 646299 w 1292598"/>
                <a:gd name="connsiteY1" fmla="*/ 0 h 1646458"/>
                <a:gd name="connsiteX2" fmla="*/ 1292598 w 1292598"/>
                <a:gd name="connsiteY2" fmla="*/ 823229 h 1646458"/>
                <a:gd name="connsiteX3" fmla="*/ 646299 w 1292598"/>
                <a:gd name="connsiteY3" fmla="*/ 1646458 h 1646458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92598" h="1646458" stroke="0">
                  <a:moveTo>
                    <a:pt x="0" y="0"/>
                  </a:moveTo>
                  <a:lnTo>
                    <a:pt x="1292598" y="0"/>
                  </a:lnTo>
                  <a:lnTo>
                    <a:pt x="1292598" y="1646458"/>
                  </a:lnTo>
                  <a:lnTo>
                    <a:pt x="0" y="1646458"/>
                  </a:lnTo>
                  <a:lnTo>
                    <a:pt x="0" y="0"/>
                  </a:lnTo>
                  <a:close/>
                </a:path>
                <a:path w="1292598" h="1646458" fill="none">
                  <a:moveTo>
                    <a:pt x="0" y="0"/>
                  </a:moveTo>
                  <a:lnTo>
                    <a:pt x="1292598" y="0"/>
                  </a:lnTo>
                  <a:lnTo>
                    <a:pt x="1292598" y="1646458"/>
                  </a:lnTo>
                  <a:lnTo>
                    <a:pt x="0" y="164645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rgbClr val="323232"/>
              </a:solidFill>
              <a:custDash>
                <a:ds d="1100000" sp="500000"/>
                <a:ds d="250000" sp="5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">
              <a:extLst>
                <a:ext uri="{FF2B5EF4-FFF2-40B4-BE49-F238E27FC236}">
                  <a16:creationId xmlns:a16="http://schemas.microsoft.com/office/drawing/2014/main" id="{960F0FAF-3B46-8031-C7D3-80DE19385C59}"/>
                </a:ext>
              </a:extLst>
            </p:cNvPr>
            <p:cNvSpPr/>
            <p:nvPr/>
          </p:nvSpPr>
          <p:spPr>
            <a:xfrm>
              <a:off x="12613" y="7703"/>
              <a:ext cx="728" cy="359"/>
            </a:xfrm>
            <a:custGeom>
              <a:avLst/>
              <a:gdLst/>
              <a:ahLst/>
              <a:cxnLst/>
              <a:rect l="l" t="t" r="r" b="b"/>
              <a:pathLst>
                <a:path w="462220" h="228000" stroke="0">
                  <a:moveTo>
                    <a:pt x="0" y="0"/>
                  </a:moveTo>
                  <a:lnTo>
                    <a:pt x="462220" y="0"/>
                  </a:lnTo>
                  <a:lnTo>
                    <a:pt x="462220" y="228000"/>
                  </a:lnTo>
                  <a:lnTo>
                    <a:pt x="0" y="228000"/>
                  </a:lnTo>
                  <a:lnTo>
                    <a:pt x="0" y="0"/>
                  </a:lnTo>
                  <a:close/>
                </a:path>
                <a:path w="462220" h="228000" fill="none">
                  <a:moveTo>
                    <a:pt x="0" y="0"/>
                  </a:moveTo>
                  <a:lnTo>
                    <a:pt x="462220" y="0"/>
                  </a:lnTo>
                  <a:lnTo>
                    <a:pt x="462220" y="228000"/>
                  </a:lnTo>
                  <a:lnTo>
                    <a:pt x="0" y="228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14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释义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0CBE86C3-7A74-F557-3D1F-AF051A5B928B}"/>
                </a:ext>
              </a:extLst>
            </p:cNvPr>
            <p:cNvSpPr txBox="1"/>
            <p:nvPr/>
          </p:nvSpPr>
          <p:spPr>
            <a:xfrm>
              <a:off x="12423" y="8261"/>
              <a:ext cx="1410" cy="5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400"/>
                <a:t>：临停线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71389D13-550F-1711-25CE-4B3378DD885A}"/>
                </a:ext>
              </a:extLst>
            </p:cNvPr>
            <p:cNvSpPr txBox="1"/>
            <p:nvPr/>
          </p:nvSpPr>
          <p:spPr>
            <a:xfrm>
              <a:off x="12424" y="8777"/>
              <a:ext cx="1930" cy="5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400"/>
                <a:t>：辆渡线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1D3F135-2C75-26FD-6193-B5C07869C797}"/>
                </a:ext>
              </a:extLst>
            </p:cNvPr>
            <p:cNvSpPr txBox="1"/>
            <p:nvPr/>
          </p:nvSpPr>
          <p:spPr>
            <a:xfrm>
              <a:off x="12422" y="9293"/>
              <a:ext cx="1932" cy="5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400" dirty="0"/>
                <a:t>：存车线</a:t>
              </a:r>
            </a:p>
          </p:txBody>
        </p:sp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F9E64A4E-9A46-03E8-2048-87DC9A4AB257}"/>
                </a:ext>
              </a:extLst>
            </p:cNvPr>
            <p:cNvSpPr/>
            <p:nvPr/>
          </p:nvSpPr>
          <p:spPr>
            <a:xfrm>
              <a:off x="-9909" y="6244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105</a:t>
              </a:r>
            </a:p>
          </p:txBody>
        </p:sp>
        <p:sp>
          <p:nvSpPr>
            <p:cNvPr id="50" name="Rectangle">
              <a:extLst>
                <a:ext uri="{FF2B5EF4-FFF2-40B4-BE49-F238E27FC236}">
                  <a16:creationId xmlns:a16="http://schemas.microsoft.com/office/drawing/2014/main" id="{415572BF-EDAC-C83A-3F5C-344BDC5F04E3}"/>
                </a:ext>
              </a:extLst>
            </p:cNvPr>
            <p:cNvSpPr/>
            <p:nvPr/>
          </p:nvSpPr>
          <p:spPr>
            <a:xfrm>
              <a:off x="-8759" y="6244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103</a:t>
              </a:r>
            </a:p>
          </p:txBody>
        </p:sp>
        <p:sp>
          <p:nvSpPr>
            <p:cNvPr id="51" name="Rectangle">
              <a:extLst>
                <a:ext uri="{FF2B5EF4-FFF2-40B4-BE49-F238E27FC236}">
                  <a16:creationId xmlns:a16="http://schemas.microsoft.com/office/drawing/2014/main" id="{1B8B972E-D8C3-ABFA-358A-74B637B22D2C}"/>
                </a:ext>
              </a:extLst>
            </p:cNvPr>
            <p:cNvSpPr/>
            <p:nvPr/>
          </p:nvSpPr>
          <p:spPr>
            <a:xfrm>
              <a:off x="-8176" y="6244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102</a:t>
              </a:r>
            </a:p>
          </p:txBody>
        </p:sp>
        <p:sp>
          <p:nvSpPr>
            <p:cNvPr id="52" name="Rectangle">
              <a:extLst>
                <a:ext uri="{FF2B5EF4-FFF2-40B4-BE49-F238E27FC236}">
                  <a16:creationId xmlns:a16="http://schemas.microsoft.com/office/drawing/2014/main" id="{AC534AE1-40C2-A9EF-6327-1B09EAC3862A}"/>
                </a:ext>
              </a:extLst>
            </p:cNvPr>
            <p:cNvSpPr/>
            <p:nvPr/>
          </p:nvSpPr>
          <p:spPr>
            <a:xfrm>
              <a:off x="-9326" y="6244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104</a:t>
              </a:r>
            </a:p>
          </p:txBody>
        </p:sp>
        <p:sp>
          <p:nvSpPr>
            <p:cNvPr id="54" name="Rectangle">
              <a:extLst>
                <a:ext uri="{FF2B5EF4-FFF2-40B4-BE49-F238E27FC236}">
                  <a16:creationId xmlns:a16="http://schemas.microsoft.com/office/drawing/2014/main" id="{6C9BAF50-5AE9-1FEB-27D1-DAAD9CDC6AAE}"/>
                </a:ext>
              </a:extLst>
            </p:cNvPr>
            <p:cNvSpPr/>
            <p:nvPr/>
          </p:nvSpPr>
          <p:spPr>
            <a:xfrm>
              <a:off x="-9933" y="4313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405</a:t>
              </a:r>
            </a:p>
          </p:txBody>
        </p:sp>
        <p:sp>
          <p:nvSpPr>
            <p:cNvPr id="55" name="Rectangle">
              <a:extLst>
                <a:ext uri="{FF2B5EF4-FFF2-40B4-BE49-F238E27FC236}">
                  <a16:creationId xmlns:a16="http://schemas.microsoft.com/office/drawing/2014/main" id="{66BAE340-3F46-FC7D-DD22-58919EFD4D05}"/>
                </a:ext>
              </a:extLst>
            </p:cNvPr>
            <p:cNvSpPr/>
            <p:nvPr/>
          </p:nvSpPr>
          <p:spPr>
            <a:xfrm>
              <a:off x="-8783" y="4313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403</a:t>
              </a:r>
            </a:p>
          </p:txBody>
        </p:sp>
        <p:sp>
          <p:nvSpPr>
            <p:cNvPr id="56" name="Rectangle">
              <a:extLst>
                <a:ext uri="{FF2B5EF4-FFF2-40B4-BE49-F238E27FC236}">
                  <a16:creationId xmlns:a16="http://schemas.microsoft.com/office/drawing/2014/main" id="{F5852FAD-97DC-548E-48CE-12222C31DA32}"/>
                </a:ext>
              </a:extLst>
            </p:cNvPr>
            <p:cNvSpPr/>
            <p:nvPr/>
          </p:nvSpPr>
          <p:spPr>
            <a:xfrm>
              <a:off x="-8200" y="4313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402</a:t>
              </a:r>
            </a:p>
          </p:txBody>
        </p:sp>
        <p:sp>
          <p:nvSpPr>
            <p:cNvPr id="57" name="Rectangle">
              <a:extLst>
                <a:ext uri="{FF2B5EF4-FFF2-40B4-BE49-F238E27FC236}">
                  <a16:creationId xmlns:a16="http://schemas.microsoft.com/office/drawing/2014/main" id="{038A5C97-6067-29F3-21FD-C38794A9F41F}"/>
                </a:ext>
              </a:extLst>
            </p:cNvPr>
            <p:cNvSpPr/>
            <p:nvPr/>
          </p:nvSpPr>
          <p:spPr>
            <a:xfrm>
              <a:off x="-9350" y="4313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404</a:t>
              </a:r>
            </a:p>
          </p:txBody>
        </p:sp>
        <p:sp>
          <p:nvSpPr>
            <p:cNvPr id="58" name="Rectangle">
              <a:extLst>
                <a:ext uri="{FF2B5EF4-FFF2-40B4-BE49-F238E27FC236}">
                  <a16:creationId xmlns:a16="http://schemas.microsoft.com/office/drawing/2014/main" id="{BC5F79EE-D1F4-5E37-6D74-BE8F14151B25}"/>
                </a:ext>
              </a:extLst>
            </p:cNvPr>
            <p:cNvSpPr/>
            <p:nvPr/>
          </p:nvSpPr>
          <p:spPr>
            <a:xfrm>
              <a:off x="-7626" y="4310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401</a:t>
              </a:r>
            </a:p>
          </p:txBody>
        </p:sp>
        <p:sp>
          <p:nvSpPr>
            <p:cNvPr id="59" name="Rectangle">
              <a:extLst>
                <a:ext uri="{FF2B5EF4-FFF2-40B4-BE49-F238E27FC236}">
                  <a16:creationId xmlns:a16="http://schemas.microsoft.com/office/drawing/2014/main" id="{1FF36A43-0534-4555-5292-971899073097}"/>
                </a:ext>
              </a:extLst>
            </p:cNvPr>
            <p:cNvSpPr/>
            <p:nvPr/>
          </p:nvSpPr>
          <p:spPr>
            <a:xfrm>
              <a:off x="-9926" y="4972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305</a:t>
              </a:r>
            </a:p>
          </p:txBody>
        </p:sp>
        <p:sp>
          <p:nvSpPr>
            <p:cNvPr id="60" name="Rectangle">
              <a:extLst>
                <a:ext uri="{FF2B5EF4-FFF2-40B4-BE49-F238E27FC236}">
                  <a16:creationId xmlns:a16="http://schemas.microsoft.com/office/drawing/2014/main" id="{7191AE4F-45F0-86AB-5288-615515DF49A2}"/>
                </a:ext>
              </a:extLst>
            </p:cNvPr>
            <p:cNvSpPr/>
            <p:nvPr/>
          </p:nvSpPr>
          <p:spPr>
            <a:xfrm>
              <a:off x="-8776" y="4972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303</a:t>
              </a:r>
            </a:p>
          </p:txBody>
        </p:sp>
        <p:sp>
          <p:nvSpPr>
            <p:cNvPr id="61" name="Rectangle">
              <a:extLst>
                <a:ext uri="{FF2B5EF4-FFF2-40B4-BE49-F238E27FC236}">
                  <a16:creationId xmlns:a16="http://schemas.microsoft.com/office/drawing/2014/main" id="{B6757176-3FB7-2656-8DD8-41E711B88879}"/>
                </a:ext>
              </a:extLst>
            </p:cNvPr>
            <p:cNvSpPr/>
            <p:nvPr/>
          </p:nvSpPr>
          <p:spPr>
            <a:xfrm>
              <a:off x="-8193" y="4972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302</a:t>
              </a:r>
            </a:p>
          </p:txBody>
        </p:sp>
        <p:sp>
          <p:nvSpPr>
            <p:cNvPr id="62" name="Rectangle">
              <a:extLst>
                <a:ext uri="{FF2B5EF4-FFF2-40B4-BE49-F238E27FC236}">
                  <a16:creationId xmlns:a16="http://schemas.microsoft.com/office/drawing/2014/main" id="{00C78897-2D87-346D-BE82-8CE6E5903368}"/>
                </a:ext>
              </a:extLst>
            </p:cNvPr>
            <p:cNvSpPr/>
            <p:nvPr/>
          </p:nvSpPr>
          <p:spPr>
            <a:xfrm>
              <a:off x="-9343" y="4972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304</a:t>
              </a:r>
            </a:p>
          </p:txBody>
        </p:sp>
        <p:sp>
          <p:nvSpPr>
            <p:cNvPr id="63" name="Rectangle">
              <a:extLst>
                <a:ext uri="{FF2B5EF4-FFF2-40B4-BE49-F238E27FC236}">
                  <a16:creationId xmlns:a16="http://schemas.microsoft.com/office/drawing/2014/main" id="{88CEFF87-39B6-691E-0324-337303F6314A}"/>
                </a:ext>
              </a:extLst>
            </p:cNvPr>
            <p:cNvSpPr/>
            <p:nvPr/>
          </p:nvSpPr>
          <p:spPr>
            <a:xfrm>
              <a:off x="-7619" y="4969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301</a:t>
              </a:r>
            </a:p>
          </p:txBody>
        </p:sp>
        <p:sp>
          <p:nvSpPr>
            <p:cNvPr id="64" name="Rectangle">
              <a:extLst>
                <a:ext uri="{FF2B5EF4-FFF2-40B4-BE49-F238E27FC236}">
                  <a16:creationId xmlns:a16="http://schemas.microsoft.com/office/drawing/2014/main" id="{1179ACD6-D210-EC72-C30E-724B364C8A1E}"/>
                </a:ext>
              </a:extLst>
            </p:cNvPr>
            <p:cNvSpPr/>
            <p:nvPr/>
          </p:nvSpPr>
          <p:spPr>
            <a:xfrm>
              <a:off x="-9910" y="5640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205</a:t>
              </a:r>
            </a:p>
          </p:txBody>
        </p:sp>
        <p:sp>
          <p:nvSpPr>
            <p:cNvPr id="65" name="Rectangle">
              <a:extLst>
                <a:ext uri="{FF2B5EF4-FFF2-40B4-BE49-F238E27FC236}">
                  <a16:creationId xmlns:a16="http://schemas.microsoft.com/office/drawing/2014/main" id="{9702EF6D-F200-831E-A2B1-900443758659}"/>
                </a:ext>
              </a:extLst>
            </p:cNvPr>
            <p:cNvSpPr/>
            <p:nvPr/>
          </p:nvSpPr>
          <p:spPr>
            <a:xfrm>
              <a:off x="-8760" y="5640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203</a:t>
              </a:r>
            </a:p>
          </p:txBody>
        </p:sp>
        <p:sp>
          <p:nvSpPr>
            <p:cNvPr id="66" name="Rectangle">
              <a:extLst>
                <a:ext uri="{FF2B5EF4-FFF2-40B4-BE49-F238E27FC236}">
                  <a16:creationId xmlns:a16="http://schemas.microsoft.com/office/drawing/2014/main" id="{A644DFD7-5657-0328-EA55-F18D73A03D94}"/>
                </a:ext>
              </a:extLst>
            </p:cNvPr>
            <p:cNvSpPr/>
            <p:nvPr/>
          </p:nvSpPr>
          <p:spPr>
            <a:xfrm>
              <a:off x="-8177" y="5640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202</a:t>
              </a:r>
            </a:p>
          </p:txBody>
        </p:sp>
        <p:sp>
          <p:nvSpPr>
            <p:cNvPr id="67" name="Rectangle">
              <a:extLst>
                <a:ext uri="{FF2B5EF4-FFF2-40B4-BE49-F238E27FC236}">
                  <a16:creationId xmlns:a16="http://schemas.microsoft.com/office/drawing/2014/main" id="{FEF03F83-2576-CAAC-B6E3-1026BD139421}"/>
                </a:ext>
              </a:extLst>
            </p:cNvPr>
            <p:cNvSpPr/>
            <p:nvPr/>
          </p:nvSpPr>
          <p:spPr>
            <a:xfrm>
              <a:off x="-9327" y="5640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204</a:t>
              </a:r>
            </a:p>
          </p:txBody>
        </p:sp>
        <p:sp>
          <p:nvSpPr>
            <p:cNvPr id="68" name="Rectangle">
              <a:extLst>
                <a:ext uri="{FF2B5EF4-FFF2-40B4-BE49-F238E27FC236}">
                  <a16:creationId xmlns:a16="http://schemas.microsoft.com/office/drawing/2014/main" id="{8A2169A7-92E5-5CBC-2564-DC1B665C30C4}"/>
                </a:ext>
              </a:extLst>
            </p:cNvPr>
            <p:cNvSpPr/>
            <p:nvPr/>
          </p:nvSpPr>
          <p:spPr>
            <a:xfrm>
              <a:off x="-7603" y="5653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201</a:t>
              </a:r>
            </a:p>
          </p:txBody>
        </p:sp>
        <p:sp>
          <p:nvSpPr>
            <p:cNvPr id="70" name="Rectangle">
              <a:extLst>
                <a:ext uri="{FF2B5EF4-FFF2-40B4-BE49-F238E27FC236}">
                  <a16:creationId xmlns:a16="http://schemas.microsoft.com/office/drawing/2014/main" id="{FE0FD2F0-56DD-C9DA-5EFF-F3C3FF2FCCC0}"/>
                </a:ext>
              </a:extLst>
            </p:cNvPr>
            <p:cNvSpPr/>
            <p:nvPr/>
          </p:nvSpPr>
          <p:spPr>
            <a:xfrm>
              <a:off x="-7610" y="6265"/>
              <a:ext cx="558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101</a:t>
              </a:r>
            </a:p>
          </p:txBody>
        </p:sp>
        <p:sp>
          <p:nvSpPr>
            <p:cNvPr id="72" name="Rectangle">
              <a:extLst>
                <a:ext uri="{FF2B5EF4-FFF2-40B4-BE49-F238E27FC236}">
                  <a16:creationId xmlns:a16="http://schemas.microsoft.com/office/drawing/2014/main" id="{6D448C27-266B-59FF-8432-C12010E86E8E}"/>
                </a:ext>
              </a:extLst>
            </p:cNvPr>
            <p:cNvSpPr/>
            <p:nvPr/>
          </p:nvSpPr>
          <p:spPr>
            <a:xfrm rot="20760000">
              <a:off x="-1012" y="8074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</a:t>
              </a:r>
            </a:p>
          </p:txBody>
        </p:sp>
        <p:sp>
          <p:nvSpPr>
            <p:cNvPr id="73" name="Rectangle">
              <a:extLst>
                <a:ext uri="{FF2B5EF4-FFF2-40B4-BE49-F238E27FC236}">
                  <a16:creationId xmlns:a16="http://schemas.microsoft.com/office/drawing/2014/main" id="{5B59D14F-CD2B-3047-4E01-2FBB2B6BCFB5}"/>
                </a:ext>
              </a:extLst>
            </p:cNvPr>
            <p:cNvSpPr/>
            <p:nvPr/>
          </p:nvSpPr>
          <p:spPr>
            <a:xfrm rot="20760000">
              <a:off x="-157" y="7884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</a:t>
              </a:r>
            </a:p>
          </p:txBody>
        </p:sp>
        <p:sp>
          <p:nvSpPr>
            <p:cNvPr id="74" name="Rectangle">
              <a:extLst>
                <a:ext uri="{FF2B5EF4-FFF2-40B4-BE49-F238E27FC236}">
                  <a16:creationId xmlns:a16="http://schemas.microsoft.com/office/drawing/2014/main" id="{1D040BED-04C9-DD82-7EF6-7073E51C7E3D}"/>
                </a:ext>
              </a:extLst>
            </p:cNvPr>
            <p:cNvSpPr/>
            <p:nvPr/>
          </p:nvSpPr>
          <p:spPr>
            <a:xfrm rot="20760000">
              <a:off x="-577" y="7986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</a:t>
              </a:r>
            </a:p>
          </p:txBody>
        </p:sp>
        <p:sp>
          <p:nvSpPr>
            <p:cNvPr id="77" name="Rectangle">
              <a:extLst>
                <a:ext uri="{FF2B5EF4-FFF2-40B4-BE49-F238E27FC236}">
                  <a16:creationId xmlns:a16="http://schemas.microsoft.com/office/drawing/2014/main" id="{302878D2-5A3E-07B2-FF73-33FCCB31BF15}"/>
                </a:ext>
              </a:extLst>
            </p:cNvPr>
            <p:cNvSpPr/>
            <p:nvPr/>
          </p:nvSpPr>
          <p:spPr>
            <a:xfrm>
              <a:off x="7917" y="1183"/>
              <a:ext cx="1436" cy="311"/>
            </a:xfrm>
            <a:custGeom>
              <a:avLst/>
              <a:gdLst/>
              <a:ahLst/>
              <a:cxnLst/>
              <a:rect l="l" t="t" r="r" b="b"/>
              <a:pathLst>
                <a:path w="912000" h="1976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  <a:path w="912000" h="1976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197600"/>
                  </a:lnTo>
                  <a:lnTo>
                    <a:pt x="0" y="197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en-US" altLang="zh-CN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210</a:t>
              </a:r>
              <a:r>
                <a:rPr lang="zh-CN" altLang="en-US" sz="685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</a:t>
              </a:r>
            </a:p>
          </p:txBody>
        </p:sp>
        <p:sp>
          <p:nvSpPr>
            <p:cNvPr id="79" name="Rectangle">
              <a:extLst>
                <a:ext uri="{FF2B5EF4-FFF2-40B4-BE49-F238E27FC236}">
                  <a16:creationId xmlns:a16="http://schemas.microsoft.com/office/drawing/2014/main" id="{9C83F438-FA65-E4B9-20B5-C21899B2DC02}"/>
                </a:ext>
              </a:extLst>
            </p:cNvPr>
            <p:cNvSpPr/>
            <p:nvPr/>
          </p:nvSpPr>
          <p:spPr>
            <a:xfrm>
              <a:off x="6973" y="6704"/>
              <a:ext cx="357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3</a:t>
              </a:r>
            </a:p>
          </p:txBody>
        </p:sp>
        <p:sp>
          <p:nvSpPr>
            <p:cNvPr id="80" name="Rectangle">
              <a:extLst>
                <a:ext uri="{FF2B5EF4-FFF2-40B4-BE49-F238E27FC236}">
                  <a16:creationId xmlns:a16="http://schemas.microsoft.com/office/drawing/2014/main" id="{3FE41D13-BF6E-25E5-A84A-D1F310104A1E}"/>
                </a:ext>
              </a:extLst>
            </p:cNvPr>
            <p:cNvSpPr/>
            <p:nvPr/>
          </p:nvSpPr>
          <p:spPr>
            <a:xfrm>
              <a:off x="7364" y="6688"/>
              <a:ext cx="335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</a:t>
              </a:r>
            </a:p>
          </p:txBody>
        </p:sp>
        <p:sp>
          <p:nvSpPr>
            <p:cNvPr id="81" name="Rectangle">
              <a:extLst>
                <a:ext uri="{FF2B5EF4-FFF2-40B4-BE49-F238E27FC236}">
                  <a16:creationId xmlns:a16="http://schemas.microsoft.com/office/drawing/2014/main" id="{4EB2B2B6-990A-C97F-3D8A-29C73627596C}"/>
                </a:ext>
              </a:extLst>
            </p:cNvPr>
            <p:cNvSpPr/>
            <p:nvPr/>
          </p:nvSpPr>
          <p:spPr>
            <a:xfrm>
              <a:off x="6639" y="6705"/>
              <a:ext cx="294" cy="24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4</a:t>
              </a:r>
            </a:p>
          </p:txBody>
        </p:sp>
        <p:sp>
          <p:nvSpPr>
            <p:cNvPr id="82" name="Rectangle">
              <a:extLst>
                <a:ext uri="{FF2B5EF4-FFF2-40B4-BE49-F238E27FC236}">
                  <a16:creationId xmlns:a16="http://schemas.microsoft.com/office/drawing/2014/main" id="{7105D4BC-F855-6C54-5E8A-DADBCF53EE51}"/>
                </a:ext>
              </a:extLst>
            </p:cNvPr>
            <p:cNvSpPr/>
            <p:nvPr/>
          </p:nvSpPr>
          <p:spPr>
            <a:xfrm>
              <a:off x="7762" y="6701"/>
              <a:ext cx="410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</a:t>
              </a:r>
            </a:p>
          </p:txBody>
        </p:sp>
        <p:sp>
          <p:nvSpPr>
            <p:cNvPr id="85" name="Rectangle">
              <a:extLst>
                <a:ext uri="{FF2B5EF4-FFF2-40B4-BE49-F238E27FC236}">
                  <a16:creationId xmlns:a16="http://schemas.microsoft.com/office/drawing/2014/main" id="{902C5B5D-6760-B998-3300-ABADDA82A362}"/>
                </a:ext>
              </a:extLst>
            </p:cNvPr>
            <p:cNvSpPr/>
            <p:nvPr/>
          </p:nvSpPr>
          <p:spPr>
            <a:xfrm rot="19800000">
              <a:off x="123" y="9236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</a:t>
              </a:r>
            </a:p>
          </p:txBody>
        </p:sp>
        <p:sp>
          <p:nvSpPr>
            <p:cNvPr id="86" name="Rectangle">
              <a:extLst>
                <a:ext uri="{FF2B5EF4-FFF2-40B4-BE49-F238E27FC236}">
                  <a16:creationId xmlns:a16="http://schemas.microsoft.com/office/drawing/2014/main" id="{CADE3F5A-9C8E-31D2-9463-BB51D32A4F46}"/>
                </a:ext>
              </a:extLst>
            </p:cNvPr>
            <p:cNvSpPr/>
            <p:nvPr/>
          </p:nvSpPr>
          <p:spPr>
            <a:xfrm rot="19800000">
              <a:off x="-265" y="9482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</a:t>
              </a:r>
            </a:p>
          </p:txBody>
        </p:sp>
        <p:sp>
          <p:nvSpPr>
            <p:cNvPr id="87" name="Rectangle">
              <a:extLst>
                <a:ext uri="{FF2B5EF4-FFF2-40B4-BE49-F238E27FC236}">
                  <a16:creationId xmlns:a16="http://schemas.microsoft.com/office/drawing/2014/main" id="{023658AA-A6C5-1DCC-CA9A-B96F5526E6AA}"/>
                </a:ext>
              </a:extLst>
            </p:cNvPr>
            <p:cNvSpPr/>
            <p:nvPr/>
          </p:nvSpPr>
          <p:spPr>
            <a:xfrm rot="17940000">
              <a:off x="419" y="5596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1</a:t>
              </a:r>
            </a:p>
          </p:txBody>
        </p:sp>
        <p:sp>
          <p:nvSpPr>
            <p:cNvPr id="88" name="Rectangle">
              <a:extLst>
                <a:ext uri="{FF2B5EF4-FFF2-40B4-BE49-F238E27FC236}">
                  <a16:creationId xmlns:a16="http://schemas.microsoft.com/office/drawing/2014/main" id="{53AB0AFA-F50E-3ED3-BEBF-BCFE77A7AE1D}"/>
                </a:ext>
              </a:extLst>
            </p:cNvPr>
            <p:cNvSpPr/>
            <p:nvPr/>
          </p:nvSpPr>
          <p:spPr>
            <a:xfrm rot="17940000">
              <a:off x="223" y="6002"/>
              <a:ext cx="419" cy="270"/>
            </a:xfrm>
            <a:custGeom>
              <a:avLst/>
              <a:gdLst>
                <a:gd name="connsiteX0" fmla="*/ 0 w 1256690"/>
                <a:gd name="connsiteY0" fmla="*/ 795424 h 1590847"/>
                <a:gd name="connsiteX1" fmla="*/ 628345 w 1256690"/>
                <a:gd name="connsiteY1" fmla="*/ 0 h 1590847"/>
                <a:gd name="connsiteX2" fmla="*/ 1256690 w 1256690"/>
                <a:gd name="connsiteY2" fmla="*/ 795424 h 1590847"/>
                <a:gd name="connsiteX3" fmla="*/ 628345 w 1256690"/>
                <a:gd name="connsiteY3" fmla="*/ 1590847 h 15908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1256690" h="1590847" stroke="0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  <a:path w="1256690" h="1590847" fill="none">
                  <a:moveTo>
                    <a:pt x="0" y="0"/>
                  </a:moveTo>
                  <a:lnTo>
                    <a:pt x="1256690" y="0"/>
                  </a:lnTo>
                  <a:lnTo>
                    <a:pt x="1256690" y="1590847"/>
                  </a:lnTo>
                  <a:lnTo>
                    <a:pt x="0" y="15908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solidFill>
                <a:schemeClr val="accent2">
                  <a:lumMod val="75000"/>
                </a:schemeClr>
              </a:solidFill>
              <a:custDash>
                <a:ds d="600000" sp="400000"/>
              </a:custDash>
              <a:miter/>
            </a:ln>
          </p:spPr>
          <p:txBody>
            <a:bodyPr/>
            <a:lstStyle/>
            <a:p>
              <a:pPr algn="l">
                <a:lnSpc>
                  <a:spcPct val="80000"/>
                </a:lnSpc>
              </a:pPr>
              <a:r>
                <a:rPr lang="en-US" altLang="zh-CN" sz="800" b="1"/>
                <a:t>2</a:t>
              </a:r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AE163110-E93B-D77E-4A53-484239157457}"/>
                </a:ext>
              </a:extLst>
            </p:cNvPr>
            <p:cNvCxnSpPr/>
            <p:nvPr/>
          </p:nvCxnSpPr>
          <p:spPr>
            <a:xfrm>
              <a:off x="10199" y="987"/>
              <a:ext cx="16" cy="576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6" name="标签">
              <a:extLst>
                <a:ext uri="{FF2B5EF4-FFF2-40B4-BE49-F238E27FC236}">
                  <a16:creationId xmlns:a16="http://schemas.microsoft.com/office/drawing/2014/main" id="{E7CA89A3-08C2-CA78-A501-DAFEF66E0DB9}"/>
                </a:ext>
              </a:extLst>
            </p:cNvPr>
            <p:cNvSpPr/>
            <p:nvPr/>
          </p:nvSpPr>
          <p:spPr>
            <a:xfrm>
              <a:off x="12045" y="8369"/>
              <a:ext cx="471" cy="306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4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临</a:t>
              </a:r>
              <a:endParaRPr lang="en-US" altLang="zh-CN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7" name="标签">
              <a:extLst>
                <a:ext uri="{FF2B5EF4-FFF2-40B4-BE49-F238E27FC236}">
                  <a16:creationId xmlns:a16="http://schemas.microsoft.com/office/drawing/2014/main" id="{FD63F414-EB5A-C4A5-09AB-5822A4A9EA7B}"/>
                </a:ext>
              </a:extLst>
            </p:cNvPr>
            <p:cNvSpPr/>
            <p:nvPr/>
          </p:nvSpPr>
          <p:spPr>
            <a:xfrm>
              <a:off x="12045" y="8871"/>
              <a:ext cx="47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渡</a:t>
              </a:r>
              <a:endParaRPr lang="en-US" altLang="zh-CN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8" name="标签">
              <a:extLst>
                <a:ext uri="{FF2B5EF4-FFF2-40B4-BE49-F238E27FC236}">
                  <a16:creationId xmlns:a16="http://schemas.microsoft.com/office/drawing/2014/main" id="{4E00A390-1FFF-62C4-AA1B-CBCBAFCD488C}"/>
                </a:ext>
              </a:extLst>
            </p:cNvPr>
            <p:cNvSpPr/>
            <p:nvPr/>
          </p:nvSpPr>
          <p:spPr>
            <a:xfrm>
              <a:off x="12045" y="9373"/>
              <a:ext cx="472" cy="342"/>
            </a:xfrm>
            <a:custGeom>
              <a:avLst/>
              <a:gdLst>
                <a:gd name="connsiteX0" fmla="*/ 0 w 466771"/>
                <a:gd name="connsiteY0" fmla="*/ 98800 h 197600"/>
                <a:gd name="connsiteX1" fmla="*/ 233386 w 466771"/>
                <a:gd name="connsiteY1" fmla="*/ 0 h 197600"/>
                <a:gd name="connsiteX2" fmla="*/ 466771 w 466771"/>
                <a:gd name="connsiteY2" fmla="*/ 98800 h 197600"/>
                <a:gd name="connsiteX3" fmla="*/ 233386 w 466771"/>
                <a:gd name="connsiteY3" fmla="*/ 197600 h 197600"/>
                <a:gd name="rtl" fmla="*/ 30400 w 466771"/>
                <a:gd name="rtt" fmla="*/ 30400 h 197600"/>
                <a:gd name="rtr" fmla="*/ 436372 w 466771"/>
                <a:gd name="rtb" fmla="*/ 167200 h 1976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rtl" t="rtt" r="rtr" b="rtb"/>
              <a:pathLst>
                <a:path w="466771" h="197600" stroke="0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  <a:path w="466771" h="197600" fill="none">
                  <a:moveTo>
                    <a:pt x="35568" y="0"/>
                  </a:moveTo>
                  <a:lnTo>
                    <a:pt x="431203" y="0"/>
                  </a:lnTo>
                  <a:cubicBezTo>
                    <a:pt x="450848" y="0"/>
                    <a:pt x="466771" y="15924"/>
                    <a:pt x="466771" y="35568"/>
                  </a:cubicBezTo>
                  <a:lnTo>
                    <a:pt x="466771" y="162032"/>
                  </a:lnTo>
                  <a:cubicBezTo>
                    <a:pt x="466771" y="181676"/>
                    <a:pt x="450848" y="197600"/>
                    <a:pt x="431203" y="197600"/>
                  </a:cubicBezTo>
                  <a:lnTo>
                    <a:pt x="35568" y="197600"/>
                  </a:lnTo>
                  <a:cubicBezTo>
                    <a:pt x="15924" y="197600"/>
                    <a:pt x="0" y="181676"/>
                    <a:pt x="0" y="162032"/>
                  </a:cubicBezTo>
                  <a:lnTo>
                    <a:pt x="0" y="35568"/>
                  </a:lnTo>
                  <a:cubicBezTo>
                    <a:pt x="0" y="15924"/>
                    <a:pt x="15924" y="0"/>
                    <a:pt x="35568" y="0"/>
                  </a:cubicBezTo>
                  <a:close/>
                </a:path>
              </a:pathLst>
            </a:custGeom>
            <a:solidFill>
              <a:srgbClr val="E8E9F5"/>
            </a:solidFill>
            <a:ln w="7600" cap="flat">
              <a:solidFill>
                <a:srgbClr val="4155C6"/>
              </a:solidFill>
              <a:miter/>
            </a:ln>
          </p:spPr>
          <p:txBody>
            <a:bodyPr wrap="square" lIns="76200" tIns="38100" rIns="76200" bIns="38100" rtlCol="0" anchor="ctr"/>
            <a:lstStyle/>
            <a:p>
              <a:pPr algn="ctr"/>
              <a:r>
                <a:rPr lang="zh-CN" altLang="en-US" sz="1000" b="1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</a:t>
              </a:r>
            </a:p>
          </p:txBody>
        </p:sp>
      </p:grpSp>
      <p:sp>
        <p:nvSpPr>
          <p:cNvPr id="5" name="标签">
            <a:extLst>
              <a:ext uri="{FF2B5EF4-FFF2-40B4-BE49-F238E27FC236}">
                <a16:creationId xmlns:a16="http://schemas.microsoft.com/office/drawing/2014/main" id="{4BE7D63E-A496-91DA-D6E7-1BB83E89A0B1}"/>
              </a:ext>
            </a:extLst>
          </p:cNvPr>
          <p:cNvSpPr/>
          <p:nvPr/>
        </p:nvSpPr>
        <p:spPr>
          <a:xfrm>
            <a:off x="19891600" y="1343977"/>
            <a:ext cx="610870" cy="217170"/>
          </a:xfrm>
          <a:custGeom>
            <a:avLst/>
            <a:gdLst>
              <a:gd name="connsiteX0" fmla="*/ 0 w 466771"/>
              <a:gd name="connsiteY0" fmla="*/ 98800 h 197600"/>
              <a:gd name="connsiteX1" fmla="*/ 233386 w 466771"/>
              <a:gd name="connsiteY1" fmla="*/ 0 h 197600"/>
              <a:gd name="connsiteX2" fmla="*/ 466771 w 466771"/>
              <a:gd name="connsiteY2" fmla="*/ 98800 h 197600"/>
              <a:gd name="connsiteX3" fmla="*/ 233386 w 466771"/>
              <a:gd name="connsiteY3" fmla="*/ 197600 h 197600"/>
              <a:gd name="rtl" fmla="*/ 30400 w 466771"/>
              <a:gd name="rtt" fmla="*/ 30400 h 197600"/>
              <a:gd name="rtr" fmla="*/ 436372 w 466771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66771" h="197600" stroke="0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66771" h="197600" fill="none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</a:t>
            </a:r>
            <a:r>
              <a:rPr lang="en-US" altLang="zh-CN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endParaRPr lang="en-US" altLang="zh-CN" sz="1000" b="1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">
            <a:extLst>
              <a:ext uri="{FF2B5EF4-FFF2-40B4-BE49-F238E27FC236}">
                <a16:creationId xmlns:a16="http://schemas.microsoft.com/office/drawing/2014/main" id="{FBC69C5A-D047-22FE-D170-76D9B18CC646}"/>
              </a:ext>
            </a:extLst>
          </p:cNvPr>
          <p:cNvSpPr/>
          <p:nvPr/>
        </p:nvSpPr>
        <p:spPr>
          <a:xfrm>
            <a:off x="19590610" y="1561147"/>
            <a:ext cx="911860" cy="197485"/>
          </a:xfrm>
          <a:custGeom>
            <a:avLst/>
            <a:gdLst/>
            <a:ahLst/>
            <a:cxnLst/>
            <a:rect l="l" t="t" r="r" b="b"/>
            <a:pathLst>
              <a:path w="912000" h="197600" stroke="0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  <a:path w="912000" h="197600" fill="none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190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36" name="Rectangle">
            <a:extLst>
              <a:ext uri="{FF2B5EF4-FFF2-40B4-BE49-F238E27FC236}">
                <a16:creationId xmlns:a16="http://schemas.microsoft.com/office/drawing/2014/main" id="{009309E2-BBF8-0AF1-ABED-7A3AB1BFE28D}"/>
              </a:ext>
            </a:extLst>
          </p:cNvPr>
          <p:cNvSpPr/>
          <p:nvPr/>
        </p:nvSpPr>
        <p:spPr>
          <a:xfrm>
            <a:off x="14550175" y="3660094"/>
            <a:ext cx="537210" cy="197485"/>
          </a:xfrm>
          <a:custGeom>
            <a:avLst/>
            <a:gdLst/>
            <a:ahLst/>
            <a:cxnLst/>
            <a:rect l="l" t="t" r="r" b="b"/>
            <a:pathLst>
              <a:path w="912000" h="197600" stroke="0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  <a:path w="912000" h="197600" fill="none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40.6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1" name="标签">
            <a:extLst>
              <a:ext uri="{FF2B5EF4-FFF2-40B4-BE49-F238E27FC236}">
                <a16:creationId xmlns:a16="http://schemas.microsoft.com/office/drawing/2014/main" id="{E7055F64-0EC3-8B69-6C32-ADF07572E1EA}"/>
              </a:ext>
            </a:extLst>
          </p:cNvPr>
          <p:cNvSpPr/>
          <p:nvPr/>
        </p:nvSpPr>
        <p:spPr>
          <a:xfrm>
            <a:off x="13940209" y="4025207"/>
            <a:ext cx="533173" cy="217170"/>
          </a:xfrm>
          <a:custGeom>
            <a:avLst/>
            <a:gdLst>
              <a:gd name="connsiteX0" fmla="*/ 0 w 466771"/>
              <a:gd name="connsiteY0" fmla="*/ 98800 h 197600"/>
              <a:gd name="connsiteX1" fmla="*/ 233386 w 466771"/>
              <a:gd name="connsiteY1" fmla="*/ 0 h 197600"/>
              <a:gd name="connsiteX2" fmla="*/ 466771 w 466771"/>
              <a:gd name="connsiteY2" fmla="*/ 98800 h 197600"/>
              <a:gd name="connsiteX3" fmla="*/ 233386 w 466771"/>
              <a:gd name="connsiteY3" fmla="*/ 197600 h 197600"/>
              <a:gd name="rtl" fmla="*/ 30400 w 466771"/>
              <a:gd name="rtt" fmla="*/ 30400 h 197600"/>
              <a:gd name="rtr" fmla="*/ 436372 w 466771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66771" h="197600" stroke="0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66771" h="197600" fill="none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E8E9F5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调北</a:t>
            </a:r>
          </a:p>
        </p:txBody>
      </p:sp>
      <p:sp>
        <p:nvSpPr>
          <p:cNvPr id="42" name="右箭头 41">
            <a:extLst>
              <a:ext uri="{FF2B5EF4-FFF2-40B4-BE49-F238E27FC236}">
                <a16:creationId xmlns:a16="http://schemas.microsoft.com/office/drawing/2014/main" id="{2BD6FE3E-FEAF-76D4-CD81-C35EAB35257C}"/>
              </a:ext>
            </a:extLst>
          </p:cNvPr>
          <p:cNvSpPr/>
          <p:nvPr/>
        </p:nvSpPr>
        <p:spPr>
          <a:xfrm>
            <a:off x="20197035" y="636537"/>
            <a:ext cx="1126439" cy="6234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Rectangle">
            <a:extLst>
              <a:ext uri="{FF2B5EF4-FFF2-40B4-BE49-F238E27FC236}">
                <a16:creationId xmlns:a16="http://schemas.microsoft.com/office/drawing/2014/main" id="{05CB2A37-3F96-E0B1-0E5D-BC10D83E0449}"/>
              </a:ext>
            </a:extLst>
          </p:cNvPr>
          <p:cNvSpPr/>
          <p:nvPr/>
        </p:nvSpPr>
        <p:spPr>
          <a:xfrm rot="5400000">
            <a:off x="20854721" y="278703"/>
            <a:ext cx="260350" cy="205740"/>
          </a:xfrm>
          <a:custGeom>
            <a:avLst/>
            <a:gdLst/>
            <a:ahLst/>
            <a:cxnLst/>
            <a:rect l="l" t="t" r="r" b="b"/>
            <a:pathLst>
              <a:path w="260496" h="205739" stroke="0">
                <a:moveTo>
                  <a:pt x="0" y="0"/>
                </a:moveTo>
                <a:lnTo>
                  <a:pt x="260496" y="0"/>
                </a:lnTo>
                <a:lnTo>
                  <a:pt x="260496" y="205739"/>
                </a:lnTo>
                <a:lnTo>
                  <a:pt x="0" y="205739"/>
                </a:lnTo>
                <a:lnTo>
                  <a:pt x="0" y="0"/>
                </a:lnTo>
                <a:close/>
              </a:path>
              <a:path w="260496" h="205739" fill="none">
                <a:moveTo>
                  <a:pt x="0" y="0"/>
                </a:moveTo>
                <a:lnTo>
                  <a:pt x="260496" y="0"/>
                </a:lnTo>
                <a:lnTo>
                  <a:pt x="260496" y="205739"/>
                </a:lnTo>
                <a:lnTo>
                  <a:pt x="0" y="205739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zh-CN" altLang="en-US" sz="48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</a:t>
            </a:r>
          </a:p>
        </p:txBody>
      </p:sp>
      <p:sp>
        <p:nvSpPr>
          <p:cNvPr id="45" name="Rectangle">
            <a:extLst>
              <a:ext uri="{FF2B5EF4-FFF2-40B4-BE49-F238E27FC236}">
                <a16:creationId xmlns:a16="http://schemas.microsoft.com/office/drawing/2014/main" id="{E10B3D0D-D8B8-2C18-F017-1F422F6CCC9D}"/>
              </a:ext>
            </a:extLst>
          </p:cNvPr>
          <p:cNvSpPr/>
          <p:nvPr/>
        </p:nvSpPr>
        <p:spPr>
          <a:xfrm>
            <a:off x="12222110" y="4330477"/>
            <a:ext cx="443230" cy="178435"/>
          </a:xfrm>
          <a:custGeom>
            <a:avLst/>
            <a:gdLst/>
            <a:ahLst/>
            <a:cxnLst/>
            <a:rect l="l" t="t" r="r" b="b"/>
            <a:pathLst>
              <a:path w="477961" h="505495" stroke="0">
                <a:moveTo>
                  <a:pt x="0" y="0"/>
                </a:moveTo>
                <a:lnTo>
                  <a:pt x="477961" y="0"/>
                </a:lnTo>
                <a:lnTo>
                  <a:pt x="477961" y="505495"/>
                </a:lnTo>
                <a:lnTo>
                  <a:pt x="0" y="505495"/>
                </a:lnTo>
                <a:lnTo>
                  <a:pt x="0" y="0"/>
                </a:lnTo>
                <a:close/>
              </a:path>
              <a:path w="477961" h="505495" fill="none">
                <a:moveTo>
                  <a:pt x="0" y="0"/>
                </a:moveTo>
                <a:lnTo>
                  <a:pt x="477961" y="0"/>
                </a:lnTo>
                <a:lnTo>
                  <a:pt x="477961" y="505495"/>
                </a:lnTo>
                <a:lnTo>
                  <a:pt x="0" y="505495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53" name="标签">
            <a:extLst>
              <a:ext uri="{FF2B5EF4-FFF2-40B4-BE49-F238E27FC236}">
                <a16:creationId xmlns:a16="http://schemas.microsoft.com/office/drawing/2014/main" id="{C6F804E6-CE54-F31F-5B9E-87D0629F6C6B}"/>
              </a:ext>
            </a:extLst>
          </p:cNvPr>
          <p:cNvSpPr/>
          <p:nvPr/>
        </p:nvSpPr>
        <p:spPr>
          <a:xfrm>
            <a:off x="13940209" y="3296854"/>
            <a:ext cx="533173" cy="217170"/>
          </a:xfrm>
          <a:custGeom>
            <a:avLst/>
            <a:gdLst>
              <a:gd name="connsiteX0" fmla="*/ 0 w 466771"/>
              <a:gd name="connsiteY0" fmla="*/ 98800 h 197600"/>
              <a:gd name="connsiteX1" fmla="*/ 233386 w 466771"/>
              <a:gd name="connsiteY1" fmla="*/ 0 h 197600"/>
              <a:gd name="connsiteX2" fmla="*/ 466771 w 466771"/>
              <a:gd name="connsiteY2" fmla="*/ 98800 h 197600"/>
              <a:gd name="connsiteX3" fmla="*/ 233386 w 466771"/>
              <a:gd name="connsiteY3" fmla="*/ 197600 h 197600"/>
              <a:gd name="rtl" fmla="*/ 30400 w 466771"/>
              <a:gd name="rtt" fmla="*/ 30400 h 197600"/>
              <a:gd name="rtr" fmla="*/ 436372 w 466771"/>
              <a:gd name="rtb" fmla="*/ 167200 h 197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>
              <a:path w="466771" h="197600" stroke="0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  <a:path w="466771" h="197600" fill="none">
                <a:moveTo>
                  <a:pt x="35568" y="0"/>
                </a:moveTo>
                <a:lnTo>
                  <a:pt x="431203" y="0"/>
                </a:lnTo>
                <a:cubicBezTo>
                  <a:pt x="450848" y="0"/>
                  <a:pt x="466771" y="15924"/>
                  <a:pt x="466771" y="35568"/>
                </a:cubicBezTo>
                <a:lnTo>
                  <a:pt x="466771" y="162032"/>
                </a:lnTo>
                <a:cubicBezTo>
                  <a:pt x="466771" y="181676"/>
                  <a:pt x="450848" y="197600"/>
                  <a:pt x="431203" y="197600"/>
                </a:cubicBezTo>
                <a:lnTo>
                  <a:pt x="35568" y="197600"/>
                </a:lnTo>
                <a:cubicBezTo>
                  <a:pt x="15924" y="197600"/>
                  <a:pt x="0" y="181676"/>
                  <a:pt x="0" y="162032"/>
                </a:cubicBezTo>
                <a:lnTo>
                  <a:pt x="0" y="35568"/>
                </a:lnTo>
                <a:cubicBezTo>
                  <a:pt x="0" y="15924"/>
                  <a:pt x="15924" y="0"/>
                  <a:pt x="35568" y="0"/>
                </a:cubicBezTo>
                <a:close/>
              </a:path>
            </a:pathLst>
          </a:custGeom>
          <a:solidFill>
            <a:srgbClr val="E8E9F5"/>
          </a:solidFill>
          <a:ln w="7600" cap="flat">
            <a:solidFill>
              <a:srgbClr val="4155C6"/>
            </a:solidFill>
            <a:miter/>
          </a:ln>
        </p:spPr>
        <p:txBody>
          <a:bodyPr wrap="square" lIns="76200" tIns="38100" rIns="76200" bIns="38100" rtlCol="0" anchor="ctr"/>
          <a:lstStyle/>
          <a:p>
            <a:pPr algn="ctr"/>
            <a:r>
              <a:rPr lang="zh-CN" altLang="en-US" sz="1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机北</a:t>
            </a:r>
          </a:p>
        </p:txBody>
      </p:sp>
      <p:sp>
        <p:nvSpPr>
          <p:cNvPr id="448" name="Rectangle">
            <a:extLst>
              <a:ext uri="{FF2B5EF4-FFF2-40B4-BE49-F238E27FC236}">
                <a16:creationId xmlns:a16="http://schemas.microsoft.com/office/drawing/2014/main" id="{CF826D3D-599E-ECF3-FD8D-A5E229D1A243}"/>
              </a:ext>
            </a:extLst>
          </p:cNvPr>
          <p:cNvSpPr/>
          <p:nvPr/>
        </p:nvSpPr>
        <p:spPr>
          <a:xfrm rot="20700759">
            <a:off x="7076807" y="5462659"/>
            <a:ext cx="1553140" cy="154940"/>
          </a:xfrm>
          <a:custGeom>
            <a:avLst/>
            <a:gdLst/>
            <a:ahLst/>
            <a:cxnLst/>
            <a:rect l="l" t="t" r="r" b="b"/>
            <a:pathLst>
              <a:path w="364439" h="577600" stroke="0">
                <a:moveTo>
                  <a:pt x="0" y="0"/>
                </a:moveTo>
                <a:lnTo>
                  <a:pt x="364439" y="0"/>
                </a:lnTo>
                <a:lnTo>
                  <a:pt x="364439" y="577600"/>
                </a:lnTo>
                <a:lnTo>
                  <a:pt x="0" y="577600"/>
                </a:lnTo>
                <a:lnTo>
                  <a:pt x="0" y="0"/>
                </a:lnTo>
                <a:close/>
              </a:path>
              <a:path w="364439" h="577600" fill="none">
                <a:moveTo>
                  <a:pt x="0" y="0"/>
                </a:moveTo>
                <a:lnTo>
                  <a:pt x="364439" y="0"/>
                </a:lnTo>
                <a:lnTo>
                  <a:pt x="364439" y="577600"/>
                </a:lnTo>
                <a:lnTo>
                  <a:pt x="0" y="57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chemeClr val="tx1"/>
            </a:solidFill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88.7m</a:t>
            </a:r>
          </a:p>
        </p:txBody>
      </p:sp>
      <p:sp>
        <p:nvSpPr>
          <p:cNvPr id="450" name="Rectangle">
            <a:extLst>
              <a:ext uri="{FF2B5EF4-FFF2-40B4-BE49-F238E27FC236}">
                <a16:creationId xmlns:a16="http://schemas.microsoft.com/office/drawing/2014/main" id="{88E9D91E-DF08-EACB-C5C3-F252C2A915B7}"/>
              </a:ext>
            </a:extLst>
          </p:cNvPr>
          <p:cNvSpPr/>
          <p:nvPr/>
        </p:nvSpPr>
        <p:spPr>
          <a:xfrm rot="18016365">
            <a:off x="7836768" y="3561352"/>
            <a:ext cx="1675194" cy="197485"/>
          </a:xfrm>
          <a:custGeom>
            <a:avLst/>
            <a:gdLst>
              <a:gd name="rtr" fmla="*/ 912000 w 912000"/>
              <a:gd name="rtb" fmla="*/ 197600 h 197600"/>
            </a:gdLst>
            <a:ahLst/>
            <a:cxnLst/>
            <a:rect l="l" t="t" r="rtr" b="rtb"/>
            <a:pathLst>
              <a:path w="912000" h="197600" stroke="0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  <a:path w="912000" h="197600" fill="none">
                <a:moveTo>
                  <a:pt x="0" y="0"/>
                </a:moveTo>
                <a:lnTo>
                  <a:pt x="912000" y="0"/>
                </a:lnTo>
                <a:lnTo>
                  <a:pt x="912000" y="197600"/>
                </a:lnTo>
                <a:lnTo>
                  <a:pt x="0" y="19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chemeClr val="tx1"/>
            </a:solidFill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131.8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51" name="Rectangle">
            <a:extLst>
              <a:ext uri="{FF2B5EF4-FFF2-40B4-BE49-F238E27FC236}">
                <a16:creationId xmlns:a16="http://schemas.microsoft.com/office/drawing/2014/main" id="{787A9393-6098-551E-26F3-2945D4ADC2F4}"/>
              </a:ext>
            </a:extLst>
          </p:cNvPr>
          <p:cNvSpPr/>
          <p:nvPr/>
        </p:nvSpPr>
        <p:spPr>
          <a:xfrm rot="19757130">
            <a:off x="7580867" y="5888852"/>
            <a:ext cx="2487792" cy="156124"/>
          </a:xfrm>
          <a:custGeom>
            <a:avLst/>
            <a:gdLst/>
            <a:ahLst/>
            <a:cxnLst/>
            <a:rect l="l" t="t" r="r" b="b"/>
            <a:pathLst>
              <a:path w="364439" h="577600" stroke="0">
                <a:moveTo>
                  <a:pt x="0" y="0"/>
                </a:moveTo>
                <a:lnTo>
                  <a:pt x="364439" y="0"/>
                </a:lnTo>
                <a:lnTo>
                  <a:pt x="364439" y="577600"/>
                </a:lnTo>
                <a:lnTo>
                  <a:pt x="0" y="577600"/>
                </a:lnTo>
                <a:lnTo>
                  <a:pt x="0" y="0"/>
                </a:lnTo>
                <a:close/>
              </a:path>
              <a:path w="364439" h="577600" fill="none">
                <a:moveTo>
                  <a:pt x="0" y="0"/>
                </a:moveTo>
                <a:lnTo>
                  <a:pt x="364439" y="0"/>
                </a:lnTo>
                <a:lnTo>
                  <a:pt x="364439" y="577600"/>
                </a:lnTo>
                <a:lnTo>
                  <a:pt x="0" y="5776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chemeClr val="tx1"/>
            </a:solidFill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89m</a:t>
            </a:r>
          </a:p>
        </p:txBody>
      </p:sp>
      <p:sp>
        <p:nvSpPr>
          <p:cNvPr id="455" name="Rectangle">
            <a:extLst>
              <a:ext uri="{FF2B5EF4-FFF2-40B4-BE49-F238E27FC236}">
                <a16:creationId xmlns:a16="http://schemas.microsoft.com/office/drawing/2014/main" id="{94DD00A8-03BF-E31C-9912-7EAABCE4EDA8}"/>
              </a:ext>
            </a:extLst>
          </p:cNvPr>
          <p:cNvSpPr/>
          <p:nvPr/>
        </p:nvSpPr>
        <p:spPr>
          <a:xfrm>
            <a:off x="-3855924" y="2742753"/>
            <a:ext cx="426720" cy="189865"/>
          </a:xfrm>
          <a:custGeom>
            <a:avLst/>
            <a:gdLst/>
            <a:ahLst/>
            <a:cxnLst/>
            <a:rect l="l" t="t" r="r" b="b"/>
            <a:pathLst>
              <a:path w="890120" h="190000" stroke="0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  <a:path w="890120" h="190000" fill="none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151.7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56" name="Rectangle">
            <a:extLst>
              <a:ext uri="{FF2B5EF4-FFF2-40B4-BE49-F238E27FC236}">
                <a16:creationId xmlns:a16="http://schemas.microsoft.com/office/drawing/2014/main" id="{D981755A-07F1-1EE6-164D-4B13132EB51F}"/>
              </a:ext>
            </a:extLst>
          </p:cNvPr>
          <p:cNvSpPr/>
          <p:nvPr/>
        </p:nvSpPr>
        <p:spPr>
          <a:xfrm>
            <a:off x="-3855924" y="3144205"/>
            <a:ext cx="426720" cy="189865"/>
          </a:xfrm>
          <a:custGeom>
            <a:avLst/>
            <a:gdLst/>
            <a:ahLst/>
            <a:cxnLst/>
            <a:rect l="l" t="t" r="r" b="b"/>
            <a:pathLst>
              <a:path w="890120" h="190000" stroke="0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  <a:path w="890120" h="190000" fill="none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151.7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57" name="Rectangle">
            <a:extLst>
              <a:ext uri="{FF2B5EF4-FFF2-40B4-BE49-F238E27FC236}">
                <a16:creationId xmlns:a16="http://schemas.microsoft.com/office/drawing/2014/main" id="{BB921749-AB0F-DCB7-A546-BA0DDC330834}"/>
              </a:ext>
            </a:extLst>
          </p:cNvPr>
          <p:cNvSpPr/>
          <p:nvPr/>
        </p:nvSpPr>
        <p:spPr>
          <a:xfrm>
            <a:off x="-3855924" y="3578056"/>
            <a:ext cx="426720" cy="189865"/>
          </a:xfrm>
          <a:custGeom>
            <a:avLst/>
            <a:gdLst/>
            <a:ahLst/>
            <a:cxnLst/>
            <a:rect l="l" t="t" r="r" b="b"/>
            <a:pathLst>
              <a:path w="890120" h="190000" stroke="0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  <a:path w="890120" h="190000" fill="none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151.7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  <p:sp>
        <p:nvSpPr>
          <p:cNvPr id="458" name="Rectangle">
            <a:extLst>
              <a:ext uri="{FF2B5EF4-FFF2-40B4-BE49-F238E27FC236}">
                <a16:creationId xmlns:a16="http://schemas.microsoft.com/office/drawing/2014/main" id="{C3C46177-C26E-FADF-CB96-5FF3469AD079}"/>
              </a:ext>
            </a:extLst>
          </p:cNvPr>
          <p:cNvSpPr/>
          <p:nvPr/>
        </p:nvSpPr>
        <p:spPr>
          <a:xfrm>
            <a:off x="-3855924" y="4011907"/>
            <a:ext cx="426720" cy="189865"/>
          </a:xfrm>
          <a:custGeom>
            <a:avLst/>
            <a:gdLst/>
            <a:ahLst/>
            <a:cxnLst/>
            <a:rect l="l" t="t" r="r" b="b"/>
            <a:pathLst>
              <a:path w="890120" h="190000" stroke="0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  <a:path w="890120" h="190000" fill="none">
                <a:moveTo>
                  <a:pt x="0" y="0"/>
                </a:moveTo>
                <a:lnTo>
                  <a:pt x="890120" y="0"/>
                </a:lnTo>
                <a:lnTo>
                  <a:pt x="890120" y="190000"/>
                </a:lnTo>
                <a:lnTo>
                  <a:pt x="0" y="1900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t"/>
          <a:lstStyle/>
          <a:p>
            <a:pPr algn="ctr"/>
            <a:r>
              <a:rPr lang="en-US" altLang="zh-CN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151.7</a:t>
            </a:r>
            <a:r>
              <a:rPr lang="zh-CN" altLang="en-US" sz="685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4270760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462</TotalTime>
  <Words>555</Words>
  <Application>Microsoft Macintosh PowerPoint</Application>
  <PresentationFormat>自定义</PresentationFormat>
  <Paragraphs>347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微软雅黑</vt:lpstr>
      <vt:lpstr>Arial</vt:lpstr>
      <vt:lpstr>Calibri</vt:lpstr>
      <vt:lpstr>Calibri Light</vt:lpstr>
      <vt:lpstr>Office 2013 - 2022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ROG</dc:creator>
  <cp:lastModifiedBy>耀淇 胡</cp:lastModifiedBy>
  <cp:revision>34</cp:revision>
  <dcterms:created xsi:type="dcterms:W3CDTF">2025-08-26T16:23:00Z</dcterms:created>
  <dcterms:modified xsi:type="dcterms:W3CDTF">2026-05-23T14:00:01Z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C4EB782AD2324071BB567743AC5FC346_13</vt:lpwstr>
  </property>
  <property fmtid="{D5CDD505-2E9C-101B-9397-08002B2CF9AE}" pid="3" name="KSOProductBuildVer">
    <vt:lpwstr>2052-12.1.0.25225</vt:lpwstr>
  </property>
</Properties>
</file>